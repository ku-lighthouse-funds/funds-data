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2DA_BDD57DF4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3.xml" ContentType="application/vnd.openxmlformats-officedocument.presentationml.notesSlide+xml"/>
  <Override PartName="/ppt/comments/modernComment_2C0_248573DD.xml" ContentType="application/vnd.ms-powerpoint.comment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omments/modernComment_277_A50D9BAA.xml" ContentType="application/vnd.ms-powerpoint.comment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4"/>
    <p:sldMasterId id="2147483711" r:id="rId5"/>
    <p:sldMasterId id="2147483719" r:id="rId6"/>
    <p:sldMasterId id="2147483811" r:id="rId7"/>
    <p:sldMasterId id="2147483825" r:id="rId8"/>
  </p:sldMasterIdLst>
  <p:notesMasterIdLst>
    <p:notesMasterId r:id="rId72"/>
  </p:notesMasterIdLst>
  <p:sldIdLst>
    <p:sldId id="256" r:id="rId9"/>
    <p:sldId id="691" r:id="rId10"/>
    <p:sldId id="700" r:id="rId11"/>
    <p:sldId id="721" r:id="rId12"/>
    <p:sldId id="493" r:id="rId13"/>
    <p:sldId id="724" r:id="rId14"/>
    <p:sldId id="723" r:id="rId15"/>
    <p:sldId id="725" r:id="rId16"/>
    <p:sldId id="726" r:id="rId17"/>
    <p:sldId id="682" r:id="rId18"/>
    <p:sldId id="298" r:id="rId19"/>
    <p:sldId id="718" r:id="rId20"/>
    <p:sldId id="730" r:id="rId21"/>
    <p:sldId id="728" r:id="rId22"/>
    <p:sldId id="729" r:id="rId23"/>
    <p:sldId id="727" r:id="rId24"/>
    <p:sldId id="683" r:id="rId25"/>
    <p:sldId id="702" r:id="rId26"/>
    <p:sldId id="662" r:id="rId27"/>
    <p:sldId id="663" r:id="rId28"/>
    <p:sldId id="664" r:id="rId29"/>
    <p:sldId id="703" r:id="rId30"/>
    <p:sldId id="685" r:id="rId31"/>
    <p:sldId id="673" r:id="rId32"/>
    <p:sldId id="665" r:id="rId33"/>
    <p:sldId id="666" r:id="rId34"/>
    <p:sldId id="707" r:id="rId35"/>
    <p:sldId id="708" r:id="rId36"/>
    <p:sldId id="709" r:id="rId37"/>
    <p:sldId id="710" r:id="rId38"/>
    <p:sldId id="684" r:id="rId39"/>
    <p:sldId id="706" r:id="rId40"/>
    <p:sldId id="704" r:id="rId41"/>
    <p:sldId id="731" r:id="rId42"/>
    <p:sldId id="667" r:id="rId43"/>
    <p:sldId id="280" r:id="rId44"/>
    <p:sldId id="696" r:id="rId45"/>
    <p:sldId id="697" r:id="rId46"/>
    <p:sldId id="284" r:id="rId47"/>
    <p:sldId id="285" r:id="rId48"/>
    <p:sldId id="705" r:id="rId49"/>
    <p:sldId id="692" r:id="rId50"/>
    <p:sldId id="653" r:id="rId51"/>
    <p:sldId id="655" r:id="rId52"/>
    <p:sldId id="711" r:id="rId53"/>
    <p:sldId id="712" r:id="rId54"/>
    <p:sldId id="713" r:id="rId55"/>
    <p:sldId id="714" r:id="rId56"/>
    <p:sldId id="686" r:id="rId57"/>
    <p:sldId id="287" r:id="rId58"/>
    <p:sldId id="669" r:id="rId59"/>
    <p:sldId id="670" r:id="rId60"/>
    <p:sldId id="651" r:id="rId61"/>
    <p:sldId id="687" r:id="rId62"/>
    <p:sldId id="605" r:id="rId63"/>
    <p:sldId id="679" r:id="rId64"/>
    <p:sldId id="680" r:id="rId65"/>
    <p:sldId id="698" r:id="rId66"/>
    <p:sldId id="592" r:id="rId67"/>
    <p:sldId id="593" r:id="rId68"/>
    <p:sldId id="631" r:id="rId69"/>
    <p:sldId id="688" r:id="rId70"/>
    <p:sldId id="495" r:id="rId71"/>
  </p:sldIdLst>
  <p:sldSz cx="12192000" cy="6858000"/>
  <p:notesSz cx="6858000" cy="9144000"/>
  <p:embeddedFontLst>
    <p:embeddedFont>
      <p:font typeface="EB Garamond" panose="00000500000000000000" pitchFamily="2" charset="0"/>
      <p:regular r:id="rId73"/>
      <p:bold r:id="rId74"/>
      <p:italic r:id="rId75"/>
      <p:boldItalic r:id="rId76"/>
    </p:embeddedFont>
    <p:embeddedFont>
      <p:font typeface="Microsoft New Tai Lue" panose="020B0502040204020203" pitchFamily="34" charset="0"/>
      <p:regular r:id="rId77"/>
      <p:bold r:id="rId78"/>
    </p:embeddedFont>
    <p:embeddedFont>
      <p:font typeface="Open Sans" panose="020B0606030504020204" pitchFamily="34" charset="0"/>
      <p:regular r:id="rId79"/>
      <p:bold r:id="rId80"/>
      <p:italic r:id="rId81"/>
      <p:boldItalic r:id="rId82"/>
    </p:embeddedFont>
    <p:embeddedFont>
      <p:font typeface="Open Sans 1 Bold" panose="020B0604020202020204" charset="0"/>
      <p:bold r:id="rId83"/>
      <p:italic r:id="rId84"/>
      <p:boldItalic r:id="rId85"/>
    </p:embeddedFont>
    <p:embeddedFont>
      <p:font typeface="Open Sans Extrabold" panose="020B0906030804020204" pitchFamily="34" charset="0"/>
      <p:bold r:id="rId86"/>
      <p:boldItalic r:id="rId87"/>
    </p:embeddedFont>
    <p:embeddedFont>
      <p:font typeface="Open Sans Semibold" panose="020B0706030804020204" pitchFamily="34" charset="0"/>
      <p:regular r:id="rId88"/>
      <p:bold r:id="rId89"/>
      <p:italic r:id="rId90"/>
      <p:boldItalic r:id="rId91"/>
    </p:embeddedFont>
    <p:embeddedFont>
      <p:font typeface="Segoe UI" panose="020B0502040204020203" pitchFamily="34" charset="0"/>
      <p:regular r:id="rId92"/>
      <p:bold r:id="rId93"/>
      <p:italic r:id="rId94"/>
      <p:boldItalic r:id="rId95"/>
    </p:embeddedFont>
  </p:embeddedFontLst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4" userDrawn="1">
          <p15:clr>
            <a:srgbClr val="A4A3A4"/>
          </p15:clr>
        </p15:guide>
        <p15:guide id="2" pos="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2B6D20-F257-BBFA-FB13-6AD3255BD5C9}" name="Kaja Lycke Gleerup" initials="KG" userId="S::tsp657@ku.dk::d006845b-99d9-41ea-b053-6a91d66ba491" providerId="AD"/>
  <p188:author id="{B7938037-E62A-67EA-EBA2-4C8FDEB11BE2}" name="Anne Friis-Holm Egfjord" initials="AE" userId="S::bpz718@ku.dk::07fc93bb-7e98-44ee-a8ae-22237b3faab2" providerId="AD"/>
  <p188:author id="{2E0DBB44-9375-53C2-5AEA-EA8C351F87F0}" name="Lars Peter Schaumburg-Levy" initials="LS" userId="S::ctq151@ku.dk::ae4a3e80-40d1-4672-a0d3-cf4704ca9522" providerId="AD"/>
  <p188:author id="{B1566F5F-AB54-F034-AB1E-548F432C43E3}" name="Andreas Blohm Graversen" initials="AG" userId="S::vlb285@ku.dk::37d89eb0-0316-41c2-af74-c117afc68a7e" providerId="AD"/>
  <p188:author id="{2603EF7D-D68A-3D88-EFDA-6491512D0999}" name="Melanie Povlitzki" initials="MP" userId="S::rgw296@ku.dk::af089974-6c32-413a-8ef0-9bd29e24a229" providerId="AD"/>
  <p188:author id="{C6BCE086-C0CF-65FF-77A9-C79067AED6B8}" name="Julie Sand Jørgensen" initials="JJ" userId="S::vzm716@ku.dk::14bf42fd-781d-439c-ac0f-f889a1ba1662" providerId="AD"/>
  <p188:author id="{AFEE999A-7669-3664-3198-83AE57F9EF97}" name="Maria Shubhra Ovesen" initials="MO" userId="S::fwq209@ku.dk::4ee38ecd-f41c-4a88-8ac5-8da1c5f58a42" providerId="AD"/>
  <p188:author id="{0C4B84AE-2501-2B21-84E0-D518BA8E4317}" name="Frank Bøgh Madsen" initials="FM" userId="S::xjf862@ku.dk::1a806658-5104-498d-9926-046b44f49082" providerId="AD"/>
  <p188:author id="{6CD57CBB-1119-195A-87D6-633CBA920A6D}" name="Anders Pall Skött" initials="AS" userId="S::gtd889@ku.dk::8f3bada3-f4e0-45fd-a31c-18d9e38c577c" providerId="AD"/>
  <p188:author id="{E528B7FE-92FC-912E-CAE2-DAA1A2B1342D}" name="Marius Sylvestersen" initials="MS" userId="S::czp150@ku.dk::6852085a-b422-416c-ba43-eb9ce84d64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847"/>
    <a:srgbClr val="000000"/>
    <a:srgbClr val="C6C5FF"/>
    <a:srgbClr val="DB3B0A"/>
    <a:srgbClr val="FEFFFF"/>
    <a:srgbClr val="1027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D7836-EE86-4F06-BFAC-A77457A9094B}" v="33" dt="2026-08-04T09:21:19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71" autoAdjust="0"/>
    <p:restoredTop sz="96247" autoAdjust="0"/>
  </p:normalViewPr>
  <p:slideViewPr>
    <p:cSldViewPr snapToGrid="0">
      <p:cViewPr varScale="1">
        <p:scale>
          <a:sx n="147" d="100"/>
          <a:sy n="147" d="100"/>
        </p:scale>
        <p:origin x="138" y="384"/>
      </p:cViewPr>
      <p:guideLst>
        <p:guide orient="horz" pos="464"/>
        <p:guide pos="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font" Target="fonts/font12.fntdata"/><Relationship Id="rId89" Type="http://schemas.openxmlformats.org/officeDocument/2006/relationships/font" Target="fonts/font17.fntdata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font" Target="fonts/font2.fntdata"/><Relationship Id="rId79" Type="http://schemas.openxmlformats.org/officeDocument/2006/relationships/font" Target="fonts/font7.fntdata"/><Relationship Id="rId5" Type="http://schemas.openxmlformats.org/officeDocument/2006/relationships/slideMaster" Target="slideMasters/slideMaster2.xml"/><Relationship Id="rId90" Type="http://schemas.openxmlformats.org/officeDocument/2006/relationships/font" Target="fonts/font18.fntdata"/><Relationship Id="rId95" Type="http://schemas.openxmlformats.org/officeDocument/2006/relationships/font" Target="fonts/font23.fntdata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0" Type="http://schemas.openxmlformats.org/officeDocument/2006/relationships/font" Target="fonts/font8.fntdata"/><Relationship Id="rId85" Type="http://schemas.openxmlformats.org/officeDocument/2006/relationships/font" Target="fonts/font13.fntdata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font" Target="fonts/font3.fntdata"/><Relationship Id="rId83" Type="http://schemas.openxmlformats.org/officeDocument/2006/relationships/font" Target="fonts/font11.fntdata"/><Relationship Id="rId88" Type="http://schemas.openxmlformats.org/officeDocument/2006/relationships/font" Target="fonts/font16.fntdata"/><Relationship Id="rId91" Type="http://schemas.openxmlformats.org/officeDocument/2006/relationships/font" Target="fonts/font19.fntdata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font" Target="fonts/font9.fntdata"/><Relationship Id="rId86" Type="http://schemas.openxmlformats.org/officeDocument/2006/relationships/font" Target="fonts/font14.fntdata"/><Relationship Id="rId94" Type="http://schemas.openxmlformats.org/officeDocument/2006/relationships/font" Target="fonts/font22.fntdata"/><Relationship Id="rId99" Type="http://schemas.openxmlformats.org/officeDocument/2006/relationships/tableStyles" Target="tableStyles.xml"/><Relationship Id="rId10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font" Target="fonts/font4.fntdata"/><Relationship Id="rId97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92" Type="http://schemas.openxmlformats.org/officeDocument/2006/relationships/font" Target="fonts/font20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font" Target="fonts/font15.fntdata"/><Relationship Id="rId61" Type="http://schemas.openxmlformats.org/officeDocument/2006/relationships/slide" Target="slides/slide53.xml"/><Relationship Id="rId82" Type="http://schemas.openxmlformats.org/officeDocument/2006/relationships/font" Target="fonts/font10.fntdata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font" Target="fonts/font5.fntdata"/><Relationship Id="rId100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notesMaster" Target="notesMasters/notesMaster1.xml"/><Relationship Id="rId93" Type="http://schemas.openxmlformats.org/officeDocument/2006/relationships/font" Target="fonts/font21.fntdata"/><Relationship Id="rId98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omments/modernComment_2C0_248573D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A284BD-3280-47A3-95F5-4F1317000367}" authorId="{C6BCE086-C0CF-65FF-77A9-C79067AED6B8}" created="2026-07-30T12:03:52.166">
    <pc:sldMkLst xmlns:pc="http://schemas.microsoft.com/office/powerpoint/2013/main/command">
      <pc:docMk/>
      <pc:sldMk cId="612725725" sldId="704"/>
    </pc:sldMkLst>
    <p188:txBody>
      <a:bodyPr/>
      <a:lstStyle/>
      <a:p>
        <a:r>
          <a:rPr lang="en-GB"/>
          <a:t>Skal erstattes</a:t>
        </a:r>
      </a:p>
    </p188:txBody>
  </p188:cm>
</p188:cmLst>
</file>

<file path=ppt/comments/modernComment_2DA_BDD57D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10D012-D89A-4ECA-9F01-45C0BA663A6B}" authorId="{C6BCE086-C0CF-65FF-77A9-C79067AED6B8}" created="2026-07-31T09:46:29.1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84885236" sldId="730"/>
      <ac:graphicFrameMk id="4" creationId="{F857CC84-A344-306F-6C7F-DD4A84281597}"/>
    </ac:deMkLst>
    <p188:txBody>
      <a:bodyPr/>
      <a:lstStyle/>
      <a:p>
        <a:r>
          <a:rPr lang="en-GB"/>
          <a:t>Der er nogle programmer her, som ikke står i excel-opslagsværk</a:t>
        </a:r>
      </a:p>
    </p188:txBody>
  </p188:cm>
</p188:cmLst>
</file>

<file path=ppt/comments/modernComment_277_A50D9B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B3236C-B2EB-4AE1-8ECD-AD2646D09C35}" authorId="{C6BCE086-C0CF-65FF-77A9-C79067AED6B8}" created="2026-07-30T11:59:13.999">
    <pc:sldMkLst xmlns:pc="http://schemas.microsoft.com/office/powerpoint/2013/main/command">
      <pc:docMk/>
      <pc:sldMk cId="2769132458" sldId="631"/>
    </pc:sldMkLst>
    <p188:txBody>
      <a:bodyPr/>
      <a:lstStyle/>
      <a:p>
        <a:r>
          <a:rPr lang="en-GB"/>
          <a:t>Jeg forstår ikke dette overblik. Med ”Structured Programmes mg by LH” mener jeg at pengene er udmøntet af LH. 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DEC258-BC1F-4958-87A7-02A50EE69C4C}" type="doc">
      <dgm:prSet loTypeId="urn:microsoft.com/office/officeart/2005/8/layout/lProcess3" loCatId="process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8B29E5A1-E026-4996-A69D-60A4F4CF4D56}">
      <dgm:prSet phldrT="[Text]" phldr="0" custT="1"/>
      <dgm:spPr/>
      <dgm:t>
        <a:bodyPr/>
        <a:lstStyle/>
        <a:p>
          <a:pPr rtl="0"/>
          <a:r>
            <a:rPr lang="en-US" sz="1600" b="1">
              <a:latin typeface="Aptos Display" panose="02110004020202020204"/>
            </a:rPr>
            <a:t>TRL </a:t>
          </a:r>
          <a:endParaRPr lang="en-US" sz="1600" b="1"/>
        </a:p>
      </dgm:t>
    </dgm:pt>
    <dgm:pt modelId="{5BB95B5F-2828-4241-ADC3-98F87A141B23}" type="parTrans" cxnId="{87175034-FBFD-4569-A332-32E0500F2E33}">
      <dgm:prSet/>
      <dgm:spPr/>
      <dgm:t>
        <a:bodyPr/>
        <a:lstStyle/>
        <a:p>
          <a:endParaRPr lang="en-US"/>
        </a:p>
      </dgm:t>
    </dgm:pt>
    <dgm:pt modelId="{7F752946-97E5-42EB-926F-43573E581EB0}" type="sibTrans" cxnId="{87175034-FBFD-4569-A332-32E0500F2E33}">
      <dgm:prSet/>
      <dgm:spPr/>
      <dgm:t>
        <a:bodyPr/>
        <a:lstStyle/>
        <a:p>
          <a:endParaRPr lang="en-US"/>
        </a:p>
      </dgm:t>
    </dgm:pt>
    <dgm:pt modelId="{0F5C8C4E-C93F-43A1-9011-104F443D689C}">
      <dgm:prSet phldrT="[Text]" phldr="0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1</a:t>
          </a:r>
          <a:endParaRPr lang="en-US" sz="1600"/>
        </a:p>
      </dgm:t>
    </dgm:pt>
    <dgm:pt modelId="{CBCDA1BD-838D-4DA2-87B1-C114D3832A88}" type="parTrans" cxnId="{FB4B74F2-1F5D-4B31-B70A-24FB157DEFF0}">
      <dgm:prSet/>
      <dgm:spPr/>
      <dgm:t>
        <a:bodyPr/>
        <a:lstStyle/>
        <a:p>
          <a:endParaRPr lang="en-US"/>
        </a:p>
      </dgm:t>
    </dgm:pt>
    <dgm:pt modelId="{A1FB3925-72FA-48C4-888D-4354FC0C828C}" type="sibTrans" cxnId="{FB4B74F2-1F5D-4B31-B70A-24FB157DEFF0}">
      <dgm:prSet/>
      <dgm:spPr/>
      <dgm:t>
        <a:bodyPr/>
        <a:lstStyle/>
        <a:p>
          <a:endParaRPr lang="en-US"/>
        </a:p>
      </dgm:t>
    </dgm:pt>
    <dgm:pt modelId="{4F05F3A4-8810-4B6C-89D0-6B569EB8F35C}">
      <dgm:prSet phldrT="[Text]" phldr="0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3</a:t>
          </a:r>
          <a:endParaRPr lang="en-US" sz="1600"/>
        </a:p>
      </dgm:t>
    </dgm:pt>
    <dgm:pt modelId="{1F206578-8627-46A1-AF49-20E4E7CD9F55}" type="parTrans" cxnId="{20333235-DB95-4B2D-AD5D-9FF9E29FACA8}">
      <dgm:prSet/>
      <dgm:spPr/>
      <dgm:t>
        <a:bodyPr/>
        <a:lstStyle/>
        <a:p>
          <a:endParaRPr lang="en-US"/>
        </a:p>
      </dgm:t>
    </dgm:pt>
    <dgm:pt modelId="{C6CC8010-77D2-4072-80DB-EA3F0E91DA15}" type="sibTrans" cxnId="{20333235-DB95-4B2D-AD5D-9FF9E29FACA8}">
      <dgm:prSet/>
      <dgm:spPr/>
      <dgm:t>
        <a:bodyPr/>
        <a:lstStyle/>
        <a:p>
          <a:endParaRPr lang="en-US"/>
        </a:p>
      </dgm:t>
    </dgm:pt>
    <dgm:pt modelId="{AC583493-168E-4155-97BA-D942640096EE}">
      <dgm:prSet phldrT="[Text]" phldr="0" custT="1"/>
      <dgm:spPr>
        <a:solidFill>
          <a:schemeClr val="accent2"/>
        </a:solidFill>
      </dgm:spPr>
      <dgm:t>
        <a:bodyPr/>
        <a:lstStyle/>
        <a:p>
          <a:r>
            <a:rPr lang="en-US" sz="1600" b="1">
              <a:latin typeface="Aptos Display" panose="02110004020202020204"/>
            </a:rPr>
            <a:t>SRL</a:t>
          </a:r>
          <a:endParaRPr lang="en-US" sz="1600" b="1"/>
        </a:p>
      </dgm:t>
    </dgm:pt>
    <dgm:pt modelId="{7107815C-89EF-4A79-B0D2-2FF79A5C075B}" type="parTrans" cxnId="{09A62042-72ED-4AA3-BE29-EBCC625D4622}">
      <dgm:prSet/>
      <dgm:spPr/>
      <dgm:t>
        <a:bodyPr/>
        <a:lstStyle/>
        <a:p>
          <a:endParaRPr lang="en-US"/>
        </a:p>
      </dgm:t>
    </dgm:pt>
    <dgm:pt modelId="{3D101C23-9194-49CB-A60E-8C3E1AF94A12}" type="sibTrans" cxnId="{09A62042-72ED-4AA3-BE29-EBCC625D4622}">
      <dgm:prSet/>
      <dgm:spPr/>
      <dgm:t>
        <a:bodyPr/>
        <a:lstStyle/>
        <a:p>
          <a:endParaRPr lang="en-US"/>
        </a:p>
      </dgm:t>
    </dgm:pt>
    <dgm:pt modelId="{26CEBC07-7243-47D5-B4F7-D5C3CE484B26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9</a:t>
          </a:r>
          <a:endParaRPr lang="en-US" sz="1600">
            <a:latin typeface="Aptos Display"/>
          </a:endParaRPr>
        </a:p>
      </dgm:t>
    </dgm:pt>
    <dgm:pt modelId="{0690192E-A20C-48B0-9906-83BFFB99B9A0}" type="parTrans" cxnId="{FF3F475A-D6E3-44A0-93A4-4EBCF808A73D}">
      <dgm:prSet/>
      <dgm:spPr/>
      <dgm:t>
        <a:bodyPr/>
        <a:lstStyle/>
        <a:p>
          <a:endParaRPr lang="en-US"/>
        </a:p>
      </dgm:t>
    </dgm:pt>
    <dgm:pt modelId="{0CC39FD9-789F-45C1-868F-98D665E9212B}" type="sibTrans" cxnId="{FF3F475A-D6E3-44A0-93A4-4EBCF808A73D}">
      <dgm:prSet/>
      <dgm:spPr/>
      <dgm:t>
        <a:bodyPr/>
        <a:lstStyle/>
        <a:p>
          <a:endParaRPr lang="en-US"/>
        </a:p>
      </dgm:t>
    </dgm:pt>
    <dgm:pt modelId="{72976ABE-8278-4FF0-A6D3-7521EA1DAD6E}">
      <dgm:prSet phldr="0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2</a:t>
          </a:r>
        </a:p>
      </dgm:t>
    </dgm:pt>
    <dgm:pt modelId="{C06787F2-3A6A-49DC-A0B7-DCF69CFF618E}" type="parTrans" cxnId="{2AD698D6-B06A-4A7C-AFED-6487178D61F3}">
      <dgm:prSet/>
      <dgm:spPr/>
      <dgm:t>
        <a:bodyPr/>
        <a:lstStyle/>
        <a:p>
          <a:endParaRPr lang="en-GB"/>
        </a:p>
      </dgm:t>
    </dgm:pt>
    <dgm:pt modelId="{1D24F93F-E67F-4AA5-8265-5083C502CC8E}" type="sibTrans" cxnId="{2AD698D6-B06A-4A7C-AFED-6487178D61F3}">
      <dgm:prSet/>
      <dgm:spPr/>
      <dgm:t>
        <a:bodyPr/>
        <a:lstStyle/>
        <a:p>
          <a:endParaRPr lang="en-GB"/>
        </a:p>
      </dgm:t>
    </dgm:pt>
    <dgm:pt modelId="{8A51BE48-96CF-4DE4-B1F6-40CB84F7A3AF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4</a:t>
          </a:r>
        </a:p>
      </dgm:t>
    </dgm:pt>
    <dgm:pt modelId="{DAADA634-615A-4251-A1FA-D3FCAD669992}" type="parTrans" cxnId="{EDC9D589-7D10-4021-8ED3-D2EB2DBF7CA2}">
      <dgm:prSet/>
      <dgm:spPr/>
      <dgm:t>
        <a:bodyPr/>
        <a:lstStyle/>
        <a:p>
          <a:endParaRPr lang="en-GB"/>
        </a:p>
      </dgm:t>
    </dgm:pt>
    <dgm:pt modelId="{BA8C2593-A07E-4F4A-9A56-1CC8F25789E2}" type="sibTrans" cxnId="{EDC9D589-7D10-4021-8ED3-D2EB2DBF7CA2}">
      <dgm:prSet/>
      <dgm:spPr/>
      <dgm:t>
        <a:bodyPr/>
        <a:lstStyle/>
        <a:p>
          <a:endParaRPr lang="en-GB"/>
        </a:p>
      </dgm:t>
    </dgm:pt>
    <dgm:pt modelId="{693771A2-F568-40C3-8ECF-915B5C96F9AF}">
      <dgm:prSet phldr="0" custT="1"/>
      <dgm:spPr>
        <a:solidFill>
          <a:schemeClr val="accent6"/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7</a:t>
          </a:r>
        </a:p>
      </dgm:t>
    </dgm:pt>
    <dgm:pt modelId="{79C508BB-F6CF-4864-AA45-3C6FD9AAEC4D}" type="parTrans" cxnId="{D069DBEB-F67B-4356-8AB9-B40B1E0C837D}">
      <dgm:prSet/>
      <dgm:spPr/>
      <dgm:t>
        <a:bodyPr/>
        <a:lstStyle/>
        <a:p>
          <a:endParaRPr lang="en-GB"/>
        </a:p>
      </dgm:t>
    </dgm:pt>
    <dgm:pt modelId="{2452AF3B-E150-4328-9331-E0001D6B6614}" type="sibTrans" cxnId="{D069DBEB-F67B-4356-8AB9-B40B1E0C837D}">
      <dgm:prSet/>
      <dgm:spPr/>
      <dgm:t>
        <a:bodyPr/>
        <a:lstStyle/>
        <a:p>
          <a:endParaRPr lang="en-GB"/>
        </a:p>
      </dgm:t>
    </dgm:pt>
    <dgm:pt modelId="{4A0F125F-40EB-46DC-9679-4D689C1ADA42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sz="1600">
              <a:latin typeface="Aptos Display" panose="02110004020202020204"/>
            </a:rPr>
            <a:t>5</a:t>
          </a:r>
        </a:p>
      </dgm:t>
    </dgm:pt>
    <dgm:pt modelId="{29F0BFDA-A89A-44BE-9309-2DAE66905BDF}" type="parTrans" cxnId="{20DBCB6B-88EC-4A3C-94FA-519CE5802136}">
      <dgm:prSet/>
      <dgm:spPr/>
      <dgm:t>
        <a:bodyPr/>
        <a:lstStyle/>
        <a:p>
          <a:endParaRPr lang="en-GB"/>
        </a:p>
      </dgm:t>
    </dgm:pt>
    <dgm:pt modelId="{B338CDDF-D3C6-4FBB-A825-E083734B8C5C}" type="sibTrans" cxnId="{20DBCB6B-88EC-4A3C-94FA-519CE5802136}">
      <dgm:prSet/>
      <dgm:spPr/>
      <dgm:t>
        <a:bodyPr/>
        <a:lstStyle/>
        <a:p>
          <a:endParaRPr lang="en-GB"/>
        </a:p>
      </dgm:t>
    </dgm:pt>
    <dgm:pt modelId="{89F60725-CE2C-4E91-BF40-C0003A86F7CD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6</a:t>
          </a:r>
        </a:p>
      </dgm:t>
    </dgm:pt>
    <dgm:pt modelId="{6F9F0350-3D6F-4542-A6BA-EC9B9B2412D7}" type="parTrans" cxnId="{58B3E31D-5108-4068-8429-362A4E8B7B19}">
      <dgm:prSet/>
      <dgm:spPr/>
      <dgm:t>
        <a:bodyPr/>
        <a:lstStyle/>
        <a:p>
          <a:endParaRPr lang="en-GB"/>
        </a:p>
      </dgm:t>
    </dgm:pt>
    <dgm:pt modelId="{E239381B-4898-4D4A-8E67-3A67DBB7BA87}" type="sibTrans" cxnId="{58B3E31D-5108-4068-8429-362A4E8B7B19}">
      <dgm:prSet/>
      <dgm:spPr/>
      <dgm:t>
        <a:bodyPr/>
        <a:lstStyle/>
        <a:p>
          <a:endParaRPr lang="en-GB"/>
        </a:p>
      </dgm:t>
    </dgm:pt>
    <dgm:pt modelId="{4111E686-E8C9-462A-B20D-AAF8D6ACE8C3}">
      <dgm:prSet phldr="0" custT="1"/>
      <dgm:spPr>
        <a:solidFill>
          <a:schemeClr val="accent6"/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8</a:t>
          </a:r>
        </a:p>
      </dgm:t>
    </dgm:pt>
    <dgm:pt modelId="{F6678C4E-1207-490C-B384-AA8B790DEFB8}" type="parTrans" cxnId="{52F5477E-D128-409A-8E8C-5C2EFCE25188}">
      <dgm:prSet/>
      <dgm:spPr/>
      <dgm:t>
        <a:bodyPr/>
        <a:lstStyle/>
        <a:p>
          <a:endParaRPr lang="en-GB"/>
        </a:p>
      </dgm:t>
    </dgm:pt>
    <dgm:pt modelId="{4CCB5EB2-13DD-4AA7-88B6-0905273AACA5}" type="sibTrans" cxnId="{52F5477E-D128-409A-8E8C-5C2EFCE25188}">
      <dgm:prSet/>
      <dgm:spPr/>
      <dgm:t>
        <a:bodyPr/>
        <a:lstStyle/>
        <a:p>
          <a:endParaRPr lang="en-GB"/>
        </a:p>
      </dgm:t>
    </dgm:pt>
    <dgm:pt modelId="{28999E96-986C-4375-A133-EF8A83320E22}">
      <dgm:prSet phldr="0" custT="1"/>
      <dgm:spPr>
        <a:solidFill>
          <a:schemeClr val="accent6"/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9</a:t>
          </a:r>
        </a:p>
      </dgm:t>
    </dgm:pt>
    <dgm:pt modelId="{14927609-5FB7-46FA-A31C-73DC0CA16E61}" type="parTrans" cxnId="{6DD63628-381E-47B9-BE67-33847A4F943B}">
      <dgm:prSet/>
      <dgm:spPr/>
      <dgm:t>
        <a:bodyPr/>
        <a:lstStyle/>
        <a:p>
          <a:endParaRPr lang="en-GB"/>
        </a:p>
      </dgm:t>
    </dgm:pt>
    <dgm:pt modelId="{F33DC2E0-EF27-48FE-96C2-39B2D421926A}" type="sibTrans" cxnId="{6DD63628-381E-47B9-BE67-33847A4F943B}">
      <dgm:prSet/>
      <dgm:spPr/>
      <dgm:t>
        <a:bodyPr/>
        <a:lstStyle/>
        <a:p>
          <a:endParaRPr lang="en-GB"/>
        </a:p>
      </dgm:t>
    </dgm:pt>
    <dgm:pt modelId="{20A20686-8D3E-4CFC-AD07-39B90FA991F9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sz="1600">
              <a:latin typeface="Aptos Display"/>
              <a:ea typeface="Calibri"/>
              <a:cs typeface="Calibri"/>
            </a:rPr>
            <a:t>1</a:t>
          </a:r>
        </a:p>
      </dgm:t>
    </dgm:pt>
    <dgm:pt modelId="{AC99849A-D193-4D2C-B10B-CB0D1CC516D2}" type="parTrans" cxnId="{82A478B3-7B67-4534-BB4C-6CB6C3042056}">
      <dgm:prSet/>
      <dgm:spPr/>
      <dgm:t>
        <a:bodyPr/>
        <a:lstStyle/>
        <a:p>
          <a:endParaRPr lang="en-GB"/>
        </a:p>
      </dgm:t>
    </dgm:pt>
    <dgm:pt modelId="{65F081D7-1C38-4095-A99D-95D4D883BF8A}" type="sibTrans" cxnId="{82A478B3-7B67-4534-BB4C-6CB6C3042056}">
      <dgm:prSet/>
      <dgm:spPr/>
      <dgm:t>
        <a:bodyPr/>
        <a:lstStyle/>
        <a:p>
          <a:endParaRPr lang="en-GB"/>
        </a:p>
      </dgm:t>
    </dgm:pt>
    <dgm:pt modelId="{152A03E1-4C07-424D-9F54-17B70A9FDCA0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2</a:t>
          </a:r>
        </a:p>
      </dgm:t>
    </dgm:pt>
    <dgm:pt modelId="{DD7D7D16-FE8B-43B2-9887-D8571CD6F238}" type="parTrans" cxnId="{F87490EF-D5EB-47DD-AA00-DAA21B487F67}">
      <dgm:prSet/>
      <dgm:spPr/>
      <dgm:t>
        <a:bodyPr/>
        <a:lstStyle/>
        <a:p>
          <a:endParaRPr lang="en-GB"/>
        </a:p>
      </dgm:t>
    </dgm:pt>
    <dgm:pt modelId="{87512F6E-32B5-4217-B2F2-1DFEE3F35D0D}" type="sibTrans" cxnId="{F87490EF-D5EB-47DD-AA00-DAA21B487F67}">
      <dgm:prSet/>
      <dgm:spPr/>
      <dgm:t>
        <a:bodyPr/>
        <a:lstStyle/>
        <a:p>
          <a:endParaRPr lang="en-GB"/>
        </a:p>
      </dgm:t>
    </dgm:pt>
    <dgm:pt modelId="{2032B279-26B1-4869-9167-6DF3F70C22B9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3</a:t>
          </a:r>
        </a:p>
      </dgm:t>
    </dgm:pt>
    <dgm:pt modelId="{B0F8B5D5-D039-405B-90CC-35CA5FDDCCC6}" type="parTrans" cxnId="{71AAD5DB-A9BB-4739-AFCF-4CA380AD4E4D}">
      <dgm:prSet/>
      <dgm:spPr/>
      <dgm:t>
        <a:bodyPr/>
        <a:lstStyle/>
        <a:p>
          <a:endParaRPr lang="en-GB"/>
        </a:p>
      </dgm:t>
    </dgm:pt>
    <dgm:pt modelId="{524AB2FB-ECA2-4351-8FE2-81A08EE280EC}" type="sibTrans" cxnId="{71AAD5DB-A9BB-4739-AFCF-4CA380AD4E4D}">
      <dgm:prSet/>
      <dgm:spPr/>
      <dgm:t>
        <a:bodyPr/>
        <a:lstStyle/>
        <a:p>
          <a:endParaRPr lang="en-GB"/>
        </a:p>
      </dgm:t>
    </dgm:pt>
    <dgm:pt modelId="{10190135-C584-4A27-AFEE-FE1F44282671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4</a:t>
          </a:r>
        </a:p>
      </dgm:t>
    </dgm:pt>
    <dgm:pt modelId="{84350602-6DFD-4FF3-821A-D19FC8B1560D}" type="parTrans" cxnId="{B6CAA2B4-BB98-40EC-819B-A977BF18A394}">
      <dgm:prSet/>
      <dgm:spPr/>
      <dgm:t>
        <a:bodyPr/>
        <a:lstStyle/>
        <a:p>
          <a:endParaRPr lang="en-GB"/>
        </a:p>
      </dgm:t>
    </dgm:pt>
    <dgm:pt modelId="{1EB87184-2A7B-4135-94E6-38A0CB32F7A9}" type="sibTrans" cxnId="{B6CAA2B4-BB98-40EC-819B-A977BF18A394}">
      <dgm:prSet/>
      <dgm:spPr/>
      <dgm:t>
        <a:bodyPr/>
        <a:lstStyle/>
        <a:p>
          <a:endParaRPr lang="en-GB"/>
        </a:p>
      </dgm:t>
    </dgm:pt>
    <dgm:pt modelId="{C4307F0C-A17D-47EB-9E12-F998341E4729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5</a:t>
          </a:r>
        </a:p>
      </dgm:t>
    </dgm:pt>
    <dgm:pt modelId="{DBBEE5E2-F7E4-4D71-8952-754B79AAF186}" type="parTrans" cxnId="{B1456669-E33C-4AF4-BC4B-33BBF5DD99AA}">
      <dgm:prSet/>
      <dgm:spPr/>
      <dgm:t>
        <a:bodyPr/>
        <a:lstStyle/>
        <a:p>
          <a:endParaRPr lang="en-GB"/>
        </a:p>
      </dgm:t>
    </dgm:pt>
    <dgm:pt modelId="{DFACBFF3-7283-4DCB-AFFD-9F18D52D02EA}" type="sibTrans" cxnId="{B1456669-E33C-4AF4-BC4B-33BBF5DD99AA}">
      <dgm:prSet/>
      <dgm:spPr/>
      <dgm:t>
        <a:bodyPr/>
        <a:lstStyle/>
        <a:p>
          <a:endParaRPr lang="en-GB"/>
        </a:p>
      </dgm:t>
    </dgm:pt>
    <dgm:pt modelId="{280184BC-7205-4551-8969-D453E9F1ACBA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6</a:t>
          </a:r>
        </a:p>
      </dgm:t>
    </dgm:pt>
    <dgm:pt modelId="{F44E409F-D6CF-406A-B0A3-27A2A3993615}" type="parTrans" cxnId="{2F434110-DA8B-4A52-9114-9EC6835D6BA5}">
      <dgm:prSet/>
      <dgm:spPr/>
      <dgm:t>
        <a:bodyPr/>
        <a:lstStyle/>
        <a:p>
          <a:endParaRPr lang="en-GB"/>
        </a:p>
      </dgm:t>
    </dgm:pt>
    <dgm:pt modelId="{51CCE671-E98F-4F50-A519-8B1AA33ECED9}" type="sibTrans" cxnId="{2F434110-DA8B-4A52-9114-9EC6835D6BA5}">
      <dgm:prSet/>
      <dgm:spPr/>
      <dgm:t>
        <a:bodyPr/>
        <a:lstStyle/>
        <a:p>
          <a:endParaRPr lang="en-GB"/>
        </a:p>
      </dgm:t>
    </dgm:pt>
    <dgm:pt modelId="{07FFDE46-7DC8-45A6-9917-1633DE9E927C}">
      <dgm:prSet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7</a:t>
          </a:r>
        </a:p>
      </dgm:t>
    </dgm:pt>
    <dgm:pt modelId="{DDAC87D8-5C69-4666-8752-AE793A8433AB}" type="parTrans" cxnId="{72E19FE5-D8E1-46EB-8BFA-8D17DB3B9783}">
      <dgm:prSet/>
      <dgm:spPr/>
      <dgm:t>
        <a:bodyPr/>
        <a:lstStyle/>
        <a:p>
          <a:endParaRPr lang="en-GB"/>
        </a:p>
      </dgm:t>
    </dgm:pt>
    <dgm:pt modelId="{2F02BD42-3933-4A10-862E-8F18A9570D14}" type="sibTrans" cxnId="{72E19FE5-D8E1-46EB-8BFA-8D17DB3B9783}">
      <dgm:prSet/>
      <dgm:spPr/>
      <dgm:t>
        <a:bodyPr/>
        <a:lstStyle/>
        <a:p>
          <a:endParaRPr lang="en-GB"/>
        </a:p>
      </dgm:t>
    </dgm:pt>
    <dgm:pt modelId="{30558C1E-120B-419B-B745-5A25655733B1}">
      <dgm:prSet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8</a:t>
          </a:r>
        </a:p>
      </dgm:t>
    </dgm:pt>
    <dgm:pt modelId="{5EC94CE1-EA66-477C-90D1-6EF8960C881B}" type="parTrans" cxnId="{FE986431-606F-45D7-943B-CE55A902F22E}">
      <dgm:prSet/>
      <dgm:spPr/>
      <dgm:t>
        <a:bodyPr/>
        <a:lstStyle/>
        <a:p>
          <a:endParaRPr lang="en-GB"/>
        </a:p>
      </dgm:t>
    </dgm:pt>
    <dgm:pt modelId="{19207019-E95E-4CC9-A71D-08F9B645CC30}" type="sibTrans" cxnId="{FE986431-606F-45D7-943B-CE55A902F22E}">
      <dgm:prSet/>
      <dgm:spPr/>
      <dgm:t>
        <a:bodyPr/>
        <a:lstStyle/>
        <a:p>
          <a:endParaRPr lang="en-GB"/>
        </a:p>
      </dgm:t>
    </dgm:pt>
    <dgm:pt modelId="{16DC7F94-CAB4-4A5D-9EE4-2F08F3C70B78}">
      <dgm:prSet phldr="0"/>
      <dgm:spPr>
        <a:solidFill>
          <a:schemeClr val="bg1"/>
        </a:solidFill>
      </dgm:spPr>
      <dgm:t>
        <a:bodyPr/>
        <a:lstStyle/>
        <a:p>
          <a:endParaRPr lang="en-US" sz="2200">
            <a:latin typeface="Aptos Display" panose="02110004020202020204"/>
          </a:endParaRPr>
        </a:p>
      </dgm:t>
    </dgm:pt>
    <dgm:pt modelId="{2F30118B-13ED-46E5-90E9-CB50F783DACF}" type="parTrans" cxnId="{0BBFB3E5-ECC0-4DC2-BE30-71F87BF3D1C2}">
      <dgm:prSet/>
      <dgm:spPr/>
      <dgm:t>
        <a:bodyPr/>
        <a:lstStyle/>
        <a:p>
          <a:endParaRPr lang="en-GB"/>
        </a:p>
      </dgm:t>
    </dgm:pt>
    <dgm:pt modelId="{FFB7302F-6D8B-4A61-8237-7937B56F7EDA}" type="sibTrans" cxnId="{0BBFB3E5-ECC0-4DC2-BE30-71F87BF3D1C2}">
      <dgm:prSet/>
      <dgm:spPr/>
      <dgm:t>
        <a:bodyPr/>
        <a:lstStyle/>
        <a:p>
          <a:endParaRPr lang="en-GB"/>
        </a:p>
      </dgm:t>
    </dgm:pt>
    <dgm:pt modelId="{193FEFE1-A696-4068-A3BC-3B012FF74766}" type="pres">
      <dgm:prSet presAssocID="{1FDEC258-BC1F-4958-87A7-02A50EE69C4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4A1F058-183C-4526-BA77-0D134322CD1C}" type="pres">
      <dgm:prSet presAssocID="{8B29E5A1-E026-4996-A69D-60A4F4CF4D56}" presName="horFlow" presStyleCnt="0"/>
      <dgm:spPr/>
    </dgm:pt>
    <dgm:pt modelId="{8E7F26BC-09B6-4096-84DC-5C93F7E9BD96}" type="pres">
      <dgm:prSet presAssocID="{8B29E5A1-E026-4996-A69D-60A4F4CF4D56}" presName="bigChev" presStyleLbl="node1" presStyleIdx="0" presStyleCnt="3"/>
      <dgm:spPr/>
    </dgm:pt>
    <dgm:pt modelId="{FA0FC58F-8A37-41E2-A7E4-91BAA793C786}" type="pres">
      <dgm:prSet presAssocID="{CBCDA1BD-838D-4DA2-87B1-C114D3832A88}" presName="parTrans" presStyleCnt="0"/>
      <dgm:spPr/>
    </dgm:pt>
    <dgm:pt modelId="{168CE0EC-544B-4C5B-B69E-778F343297EF}" type="pres">
      <dgm:prSet presAssocID="{0F5C8C4E-C93F-43A1-9011-104F443D689C}" presName="node" presStyleLbl="alignAccFollowNode1" presStyleIdx="0" presStyleCnt="18">
        <dgm:presLayoutVars>
          <dgm:bulletEnabled val="1"/>
        </dgm:presLayoutVars>
      </dgm:prSet>
      <dgm:spPr/>
    </dgm:pt>
    <dgm:pt modelId="{36F716D9-0958-4AED-B953-3C0D1190B783}" type="pres">
      <dgm:prSet presAssocID="{A1FB3925-72FA-48C4-888D-4354FC0C828C}" presName="sibTrans" presStyleCnt="0"/>
      <dgm:spPr/>
    </dgm:pt>
    <dgm:pt modelId="{D144F525-4E65-420D-917B-325CE37FEA10}" type="pres">
      <dgm:prSet presAssocID="{72976ABE-8278-4FF0-A6D3-7521EA1DAD6E}" presName="node" presStyleLbl="alignAccFollowNode1" presStyleIdx="1" presStyleCnt="18">
        <dgm:presLayoutVars>
          <dgm:bulletEnabled val="1"/>
        </dgm:presLayoutVars>
      </dgm:prSet>
      <dgm:spPr/>
    </dgm:pt>
    <dgm:pt modelId="{FE1CD72C-3681-4B40-BCA5-BDEB6B8201FC}" type="pres">
      <dgm:prSet presAssocID="{1D24F93F-E67F-4AA5-8265-5083C502CC8E}" presName="sibTrans" presStyleCnt="0"/>
      <dgm:spPr/>
    </dgm:pt>
    <dgm:pt modelId="{806B1C47-1175-4FD3-80BA-43DA43DF3A00}" type="pres">
      <dgm:prSet presAssocID="{4F05F3A4-8810-4B6C-89D0-6B569EB8F35C}" presName="node" presStyleLbl="alignAccFollowNode1" presStyleIdx="2" presStyleCnt="18">
        <dgm:presLayoutVars>
          <dgm:bulletEnabled val="1"/>
        </dgm:presLayoutVars>
      </dgm:prSet>
      <dgm:spPr/>
    </dgm:pt>
    <dgm:pt modelId="{5653ACA8-ECF2-4D76-A9DA-5115001E8F19}" type="pres">
      <dgm:prSet presAssocID="{C6CC8010-77D2-4072-80DB-EA3F0E91DA15}" presName="sibTrans" presStyleCnt="0"/>
      <dgm:spPr/>
    </dgm:pt>
    <dgm:pt modelId="{BB048008-E446-48C8-A9DA-1E2B6F4D62F8}" type="pres">
      <dgm:prSet presAssocID="{8A51BE48-96CF-4DE4-B1F6-40CB84F7A3AF}" presName="node" presStyleLbl="alignAccFollowNode1" presStyleIdx="3" presStyleCnt="18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D8F1DAA1-2A36-4202-B007-02816D84300B}" type="pres">
      <dgm:prSet presAssocID="{BA8C2593-A07E-4F4A-9A56-1CC8F25789E2}" presName="sibTrans" presStyleCnt="0"/>
      <dgm:spPr/>
    </dgm:pt>
    <dgm:pt modelId="{64A61E5A-602A-451D-B43E-D1DD5AE2B131}" type="pres">
      <dgm:prSet presAssocID="{4A0F125F-40EB-46DC-9679-4D689C1ADA42}" presName="node" presStyleLbl="alignAccFollowNode1" presStyleIdx="4" presStyleCnt="18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6A416539-B6AA-4B78-9FB4-6406C0D0D76F}" type="pres">
      <dgm:prSet presAssocID="{B338CDDF-D3C6-4FBB-A825-E083734B8C5C}" presName="sibTrans" presStyleCnt="0"/>
      <dgm:spPr/>
    </dgm:pt>
    <dgm:pt modelId="{C69A67DF-BB13-4D40-BB61-588B231F6A20}" type="pres">
      <dgm:prSet presAssocID="{89F60725-CE2C-4E91-BF40-C0003A86F7CD}" presName="node" presStyleLbl="alignAccFollowNode1" presStyleIdx="5" presStyleCnt="18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175180D3-E0D2-4B2D-AA91-914CE1FCA89C}" type="pres">
      <dgm:prSet presAssocID="{E239381B-4898-4D4A-8E67-3A67DBB7BA87}" presName="sibTrans" presStyleCnt="0"/>
      <dgm:spPr/>
    </dgm:pt>
    <dgm:pt modelId="{21C4A0AC-6A06-49FD-A0B2-83823D24FE3A}" type="pres">
      <dgm:prSet presAssocID="{693771A2-F568-40C3-8ECF-915B5C96F9AF}" presName="node" presStyleLbl="alignAccFollowNode1" presStyleIdx="6" presStyleCnt="18">
        <dgm:presLayoutVars>
          <dgm:bulletEnabled val="1"/>
        </dgm:presLayoutVars>
      </dgm:prSet>
      <dgm:spPr/>
    </dgm:pt>
    <dgm:pt modelId="{9827EFB6-9951-415A-9904-15248CDF8045}" type="pres">
      <dgm:prSet presAssocID="{2452AF3B-E150-4328-9331-E0001D6B6614}" presName="sibTrans" presStyleCnt="0"/>
      <dgm:spPr/>
    </dgm:pt>
    <dgm:pt modelId="{9DAD6CA6-E009-4FE0-9EA9-E8BC0F37BF71}" type="pres">
      <dgm:prSet presAssocID="{4111E686-E8C9-462A-B20D-AAF8D6ACE8C3}" presName="node" presStyleLbl="alignAccFollowNode1" presStyleIdx="7" presStyleCnt="18">
        <dgm:presLayoutVars>
          <dgm:bulletEnabled val="1"/>
        </dgm:presLayoutVars>
      </dgm:prSet>
      <dgm:spPr/>
    </dgm:pt>
    <dgm:pt modelId="{70DB6480-69A4-46E1-ACB4-B9434E3143C1}" type="pres">
      <dgm:prSet presAssocID="{4CCB5EB2-13DD-4AA7-88B6-0905273AACA5}" presName="sibTrans" presStyleCnt="0"/>
      <dgm:spPr/>
    </dgm:pt>
    <dgm:pt modelId="{2410AE7B-0AEE-476A-AFE0-3F3DC942F3A3}" type="pres">
      <dgm:prSet presAssocID="{28999E96-986C-4375-A133-EF8A83320E22}" presName="node" presStyleLbl="alignAccFollowNode1" presStyleIdx="8" presStyleCnt="18">
        <dgm:presLayoutVars>
          <dgm:bulletEnabled val="1"/>
        </dgm:presLayoutVars>
      </dgm:prSet>
      <dgm:spPr/>
    </dgm:pt>
    <dgm:pt modelId="{C5492B60-88FE-4EA6-86F8-7C10121EC729}" type="pres">
      <dgm:prSet presAssocID="{8B29E5A1-E026-4996-A69D-60A4F4CF4D56}" presName="vSp" presStyleCnt="0"/>
      <dgm:spPr/>
    </dgm:pt>
    <dgm:pt modelId="{B089C354-A902-4E80-8CE8-9E02CBBD551D}" type="pres">
      <dgm:prSet presAssocID="{16DC7F94-CAB4-4A5D-9EE4-2F08F3C70B78}" presName="horFlow" presStyleCnt="0"/>
      <dgm:spPr/>
    </dgm:pt>
    <dgm:pt modelId="{EDE69B16-1538-46A8-ABC8-701AD05EC2B5}" type="pres">
      <dgm:prSet presAssocID="{16DC7F94-CAB4-4A5D-9EE4-2F08F3C70B78}" presName="bigChev" presStyleLbl="node1" presStyleIdx="1" presStyleCnt="3"/>
      <dgm:spPr/>
    </dgm:pt>
    <dgm:pt modelId="{4CFA5B75-05B7-4E28-BA5D-4FE68974F5CB}" type="pres">
      <dgm:prSet presAssocID="{16DC7F94-CAB4-4A5D-9EE4-2F08F3C70B78}" presName="vSp" presStyleCnt="0"/>
      <dgm:spPr/>
    </dgm:pt>
    <dgm:pt modelId="{B5E5221B-8728-471A-BB60-E9DF98DFA2DB}" type="pres">
      <dgm:prSet presAssocID="{AC583493-168E-4155-97BA-D942640096EE}" presName="horFlow" presStyleCnt="0"/>
      <dgm:spPr/>
    </dgm:pt>
    <dgm:pt modelId="{A3DEA4A3-74FF-4BC9-BCD0-B56DBE8674DE}" type="pres">
      <dgm:prSet presAssocID="{AC583493-168E-4155-97BA-D942640096EE}" presName="bigChev" presStyleLbl="node1" presStyleIdx="2" presStyleCnt="3"/>
      <dgm:spPr/>
    </dgm:pt>
    <dgm:pt modelId="{E51C8FE4-DA32-4E37-876C-F382C5F7C19F}" type="pres">
      <dgm:prSet presAssocID="{AC99849A-D193-4D2C-B10B-CB0D1CC516D2}" presName="parTrans" presStyleCnt="0"/>
      <dgm:spPr/>
    </dgm:pt>
    <dgm:pt modelId="{8B80E22C-0F2F-4061-832B-1D19C9C23333}" type="pres">
      <dgm:prSet presAssocID="{20A20686-8D3E-4CFC-AD07-39B90FA991F9}" presName="node" presStyleLbl="alignAccFollowNode1" presStyleIdx="9" presStyleCnt="18">
        <dgm:presLayoutVars>
          <dgm:bulletEnabled val="1"/>
        </dgm:presLayoutVars>
      </dgm:prSet>
      <dgm:spPr/>
    </dgm:pt>
    <dgm:pt modelId="{3B5F878E-AE13-489E-BF60-BF15735AE951}" type="pres">
      <dgm:prSet presAssocID="{65F081D7-1C38-4095-A99D-95D4D883BF8A}" presName="sibTrans" presStyleCnt="0"/>
      <dgm:spPr/>
    </dgm:pt>
    <dgm:pt modelId="{BD1E27AD-2505-4828-B6CD-AD79109BD9BE}" type="pres">
      <dgm:prSet presAssocID="{152A03E1-4C07-424D-9F54-17B70A9FDCA0}" presName="node" presStyleLbl="alignAccFollowNode1" presStyleIdx="10" presStyleCnt="18">
        <dgm:presLayoutVars>
          <dgm:bulletEnabled val="1"/>
        </dgm:presLayoutVars>
      </dgm:prSet>
      <dgm:spPr/>
    </dgm:pt>
    <dgm:pt modelId="{9F463EBC-C779-4BD2-BE3D-D944531A6BF6}" type="pres">
      <dgm:prSet presAssocID="{87512F6E-32B5-4217-B2F2-1DFEE3F35D0D}" presName="sibTrans" presStyleCnt="0"/>
      <dgm:spPr/>
    </dgm:pt>
    <dgm:pt modelId="{346FB1F5-B771-4540-B590-443F393962A6}" type="pres">
      <dgm:prSet presAssocID="{2032B279-26B1-4869-9167-6DF3F70C22B9}" presName="node" presStyleLbl="alignAccFollowNode1" presStyleIdx="11" presStyleCnt="18">
        <dgm:presLayoutVars>
          <dgm:bulletEnabled val="1"/>
        </dgm:presLayoutVars>
      </dgm:prSet>
      <dgm:spPr/>
    </dgm:pt>
    <dgm:pt modelId="{EBBE08E3-02B5-4728-967A-A6D0C31E5B44}" type="pres">
      <dgm:prSet presAssocID="{524AB2FB-ECA2-4351-8FE2-81A08EE280EC}" presName="sibTrans" presStyleCnt="0"/>
      <dgm:spPr/>
    </dgm:pt>
    <dgm:pt modelId="{87D403FE-3999-416B-91E8-00DF799DC28A}" type="pres">
      <dgm:prSet presAssocID="{10190135-C584-4A27-AFEE-FE1F44282671}" presName="node" presStyleLbl="alignAccFollowNode1" presStyleIdx="12" presStyleCnt="18">
        <dgm:presLayoutVars>
          <dgm:bulletEnabled val="1"/>
        </dgm:presLayoutVars>
      </dgm:prSet>
      <dgm:spPr/>
    </dgm:pt>
    <dgm:pt modelId="{E8B4DEDB-02CD-42AB-BB82-9BF7E568B964}" type="pres">
      <dgm:prSet presAssocID="{1EB87184-2A7B-4135-94E6-38A0CB32F7A9}" presName="sibTrans" presStyleCnt="0"/>
      <dgm:spPr/>
    </dgm:pt>
    <dgm:pt modelId="{B035D5D5-9614-423C-A235-ACD9DFDC44D7}" type="pres">
      <dgm:prSet presAssocID="{C4307F0C-A17D-47EB-9E12-F998341E4729}" presName="node" presStyleLbl="alignAccFollowNode1" presStyleIdx="13" presStyleCnt="18">
        <dgm:presLayoutVars>
          <dgm:bulletEnabled val="1"/>
        </dgm:presLayoutVars>
      </dgm:prSet>
      <dgm:spPr/>
    </dgm:pt>
    <dgm:pt modelId="{3A4BD79A-D9E6-44C5-9F8B-AB73B50C8432}" type="pres">
      <dgm:prSet presAssocID="{DFACBFF3-7283-4DCB-AFFD-9F18D52D02EA}" presName="sibTrans" presStyleCnt="0"/>
      <dgm:spPr/>
    </dgm:pt>
    <dgm:pt modelId="{1E4015A9-8D1C-4387-9923-4C52E8743344}" type="pres">
      <dgm:prSet presAssocID="{280184BC-7205-4551-8969-D453E9F1ACBA}" presName="node" presStyleLbl="alignAccFollowNode1" presStyleIdx="14" presStyleCnt="18">
        <dgm:presLayoutVars>
          <dgm:bulletEnabled val="1"/>
        </dgm:presLayoutVars>
      </dgm:prSet>
      <dgm:spPr/>
    </dgm:pt>
    <dgm:pt modelId="{15364FE1-AE19-4D8F-8F16-8B5360A96346}" type="pres">
      <dgm:prSet presAssocID="{51CCE671-E98F-4F50-A519-8B1AA33ECED9}" presName="sibTrans" presStyleCnt="0"/>
      <dgm:spPr/>
    </dgm:pt>
    <dgm:pt modelId="{BCA845DA-6CD5-4F65-9C99-4D0723C809CC}" type="pres">
      <dgm:prSet presAssocID="{07FFDE46-7DC8-45A6-9917-1633DE9E927C}" presName="node" presStyleLbl="alignAccFollowNode1" presStyleIdx="15" presStyleCnt="18">
        <dgm:presLayoutVars>
          <dgm:bulletEnabled val="1"/>
        </dgm:presLayoutVars>
      </dgm:prSet>
      <dgm:spPr/>
    </dgm:pt>
    <dgm:pt modelId="{4468DFAE-202E-43B7-8415-2DF634EFD703}" type="pres">
      <dgm:prSet presAssocID="{2F02BD42-3933-4A10-862E-8F18A9570D14}" presName="sibTrans" presStyleCnt="0"/>
      <dgm:spPr/>
    </dgm:pt>
    <dgm:pt modelId="{4C454A04-4FEE-4DB2-BF6E-AB5D7B452027}" type="pres">
      <dgm:prSet presAssocID="{30558C1E-120B-419B-B745-5A25655733B1}" presName="node" presStyleLbl="alignAccFollowNode1" presStyleIdx="16" presStyleCnt="18">
        <dgm:presLayoutVars>
          <dgm:bulletEnabled val="1"/>
        </dgm:presLayoutVars>
      </dgm:prSet>
      <dgm:spPr/>
    </dgm:pt>
    <dgm:pt modelId="{78AA5BC7-6480-42B0-8800-703FB0CB519B}" type="pres">
      <dgm:prSet presAssocID="{19207019-E95E-4CC9-A71D-08F9B645CC30}" presName="sibTrans" presStyleCnt="0"/>
      <dgm:spPr/>
    </dgm:pt>
    <dgm:pt modelId="{D2869BB3-DA80-48C5-89E4-92701D5EE938}" type="pres">
      <dgm:prSet presAssocID="{26CEBC07-7243-47D5-B4F7-D5C3CE484B26}" presName="node" presStyleLbl="alignAccFollowNode1" presStyleIdx="17" presStyleCnt="18">
        <dgm:presLayoutVars>
          <dgm:bulletEnabled val="1"/>
        </dgm:presLayoutVars>
      </dgm:prSet>
      <dgm:spPr/>
    </dgm:pt>
  </dgm:ptLst>
  <dgm:cxnLst>
    <dgm:cxn modelId="{2F434110-DA8B-4A52-9114-9EC6835D6BA5}" srcId="{AC583493-168E-4155-97BA-D942640096EE}" destId="{280184BC-7205-4551-8969-D453E9F1ACBA}" srcOrd="5" destOrd="0" parTransId="{F44E409F-D6CF-406A-B0A3-27A2A3993615}" sibTransId="{51CCE671-E98F-4F50-A519-8B1AA33ECED9}"/>
    <dgm:cxn modelId="{58B3E31D-5108-4068-8429-362A4E8B7B19}" srcId="{8B29E5A1-E026-4996-A69D-60A4F4CF4D56}" destId="{89F60725-CE2C-4E91-BF40-C0003A86F7CD}" srcOrd="5" destOrd="0" parTransId="{6F9F0350-3D6F-4542-A6BA-EC9B9B2412D7}" sibTransId="{E239381B-4898-4D4A-8E67-3A67DBB7BA87}"/>
    <dgm:cxn modelId="{15D88027-D768-4C85-8384-9107F2657C62}" type="presOf" srcId="{2032B279-26B1-4869-9167-6DF3F70C22B9}" destId="{346FB1F5-B771-4540-B590-443F393962A6}" srcOrd="0" destOrd="0" presId="urn:microsoft.com/office/officeart/2005/8/layout/lProcess3"/>
    <dgm:cxn modelId="{6DD63628-381E-47B9-BE67-33847A4F943B}" srcId="{8B29E5A1-E026-4996-A69D-60A4F4CF4D56}" destId="{28999E96-986C-4375-A133-EF8A83320E22}" srcOrd="8" destOrd="0" parTransId="{14927609-5FB7-46FA-A31C-73DC0CA16E61}" sibTransId="{F33DC2E0-EF27-48FE-96C2-39B2D421926A}"/>
    <dgm:cxn modelId="{FE986431-606F-45D7-943B-CE55A902F22E}" srcId="{AC583493-168E-4155-97BA-D942640096EE}" destId="{30558C1E-120B-419B-B745-5A25655733B1}" srcOrd="7" destOrd="0" parTransId="{5EC94CE1-EA66-477C-90D1-6EF8960C881B}" sibTransId="{19207019-E95E-4CC9-A71D-08F9B645CC30}"/>
    <dgm:cxn modelId="{87175034-FBFD-4569-A332-32E0500F2E33}" srcId="{1FDEC258-BC1F-4958-87A7-02A50EE69C4C}" destId="{8B29E5A1-E026-4996-A69D-60A4F4CF4D56}" srcOrd="0" destOrd="0" parTransId="{5BB95B5F-2828-4241-ADC3-98F87A141B23}" sibTransId="{7F752946-97E5-42EB-926F-43573E581EB0}"/>
    <dgm:cxn modelId="{688CEA34-0AE2-426D-96D3-BFE29B234048}" type="presOf" srcId="{4111E686-E8C9-462A-B20D-AAF8D6ACE8C3}" destId="{9DAD6CA6-E009-4FE0-9EA9-E8BC0F37BF71}" srcOrd="0" destOrd="0" presId="urn:microsoft.com/office/officeart/2005/8/layout/lProcess3"/>
    <dgm:cxn modelId="{AF0FEC34-6171-4EB2-BCEE-D0DF045E1868}" type="presOf" srcId="{4F05F3A4-8810-4B6C-89D0-6B569EB8F35C}" destId="{806B1C47-1175-4FD3-80BA-43DA43DF3A00}" srcOrd="0" destOrd="0" presId="urn:microsoft.com/office/officeart/2005/8/layout/lProcess3"/>
    <dgm:cxn modelId="{20333235-DB95-4B2D-AD5D-9FF9E29FACA8}" srcId="{8B29E5A1-E026-4996-A69D-60A4F4CF4D56}" destId="{4F05F3A4-8810-4B6C-89D0-6B569EB8F35C}" srcOrd="2" destOrd="0" parTransId="{1F206578-8627-46A1-AF49-20E4E7CD9F55}" sibTransId="{C6CC8010-77D2-4072-80DB-EA3F0E91DA15}"/>
    <dgm:cxn modelId="{EFE22238-4E12-4C8A-B46C-1357FE88A88B}" type="presOf" srcId="{693771A2-F568-40C3-8ECF-915B5C96F9AF}" destId="{21C4A0AC-6A06-49FD-A0B2-83823D24FE3A}" srcOrd="0" destOrd="0" presId="urn:microsoft.com/office/officeart/2005/8/layout/lProcess3"/>
    <dgm:cxn modelId="{09A62042-72ED-4AA3-BE29-EBCC625D4622}" srcId="{1FDEC258-BC1F-4958-87A7-02A50EE69C4C}" destId="{AC583493-168E-4155-97BA-D942640096EE}" srcOrd="2" destOrd="0" parTransId="{7107815C-89EF-4A79-B0D2-2FF79A5C075B}" sibTransId="{3D101C23-9194-49CB-A60E-8C3E1AF94A12}"/>
    <dgm:cxn modelId="{B1456669-E33C-4AF4-BC4B-33BBF5DD99AA}" srcId="{AC583493-168E-4155-97BA-D942640096EE}" destId="{C4307F0C-A17D-47EB-9E12-F998341E4729}" srcOrd="4" destOrd="0" parTransId="{DBBEE5E2-F7E4-4D71-8952-754B79AAF186}" sibTransId="{DFACBFF3-7283-4DCB-AFFD-9F18D52D02EA}"/>
    <dgm:cxn modelId="{C492E74A-3D93-4142-8D95-9F204F9899AF}" type="presOf" srcId="{8B29E5A1-E026-4996-A69D-60A4F4CF4D56}" destId="{8E7F26BC-09B6-4096-84DC-5C93F7E9BD96}" srcOrd="0" destOrd="0" presId="urn:microsoft.com/office/officeart/2005/8/layout/lProcess3"/>
    <dgm:cxn modelId="{20DBCB6B-88EC-4A3C-94FA-519CE5802136}" srcId="{8B29E5A1-E026-4996-A69D-60A4F4CF4D56}" destId="{4A0F125F-40EB-46DC-9679-4D689C1ADA42}" srcOrd="4" destOrd="0" parTransId="{29F0BFDA-A89A-44BE-9309-2DAE66905BDF}" sibTransId="{B338CDDF-D3C6-4FBB-A825-E083734B8C5C}"/>
    <dgm:cxn modelId="{5DD14070-8FE1-4C22-8EF3-AD4FD4D56B90}" type="presOf" srcId="{1FDEC258-BC1F-4958-87A7-02A50EE69C4C}" destId="{193FEFE1-A696-4068-A3BC-3B012FF74766}" srcOrd="0" destOrd="0" presId="urn:microsoft.com/office/officeart/2005/8/layout/lProcess3"/>
    <dgm:cxn modelId="{91033F77-68F1-47E2-B78A-0C7DC8D2457E}" type="presOf" srcId="{07FFDE46-7DC8-45A6-9917-1633DE9E927C}" destId="{BCA845DA-6CD5-4F65-9C99-4D0723C809CC}" srcOrd="0" destOrd="0" presId="urn:microsoft.com/office/officeart/2005/8/layout/lProcess3"/>
    <dgm:cxn modelId="{8CE49759-CC16-422C-BD00-BD1B890D9494}" type="presOf" srcId="{C4307F0C-A17D-47EB-9E12-F998341E4729}" destId="{B035D5D5-9614-423C-A235-ACD9DFDC44D7}" srcOrd="0" destOrd="0" presId="urn:microsoft.com/office/officeart/2005/8/layout/lProcess3"/>
    <dgm:cxn modelId="{FF3F475A-D6E3-44A0-93A4-4EBCF808A73D}" srcId="{AC583493-168E-4155-97BA-D942640096EE}" destId="{26CEBC07-7243-47D5-B4F7-D5C3CE484B26}" srcOrd="8" destOrd="0" parTransId="{0690192E-A20C-48B0-9906-83BFFB99B9A0}" sibTransId="{0CC39FD9-789F-45C1-868F-98D665E9212B}"/>
    <dgm:cxn modelId="{68AA197B-0F4B-43B3-9957-4B74C613C9BE}" type="presOf" srcId="{26CEBC07-7243-47D5-B4F7-D5C3CE484B26}" destId="{D2869BB3-DA80-48C5-89E4-92701D5EE938}" srcOrd="0" destOrd="0" presId="urn:microsoft.com/office/officeart/2005/8/layout/lProcess3"/>
    <dgm:cxn modelId="{52F5477E-D128-409A-8E8C-5C2EFCE25188}" srcId="{8B29E5A1-E026-4996-A69D-60A4F4CF4D56}" destId="{4111E686-E8C9-462A-B20D-AAF8D6ACE8C3}" srcOrd="7" destOrd="0" parTransId="{F6678C4E-1207-490C-B384-AA8B790DEFB8}" sibTransId="{4CCB5EB2-13DD-4AA7-88B6-0905273AACA5}"/>
    <dgm:cxn modelId="{7A52D381-AC83-4E34-ACDA-1ED5F03D60AA}" type="presOf" srcId="{20A20686-8D3E-4CFC-AD07-39B90FA991F9}" destId="{8B80E22C-0F2F-4061-832B-1D19C9C23333}" srcOrd="0" destOrd="0" presId="urn:microsoft.com/office/officeart/2005/8/layout/lProcess3"/>
    <dgm:cxn modelId="{EDC9D589-7D10-4021-8ED3-D2EB2DBF7CA2}" srcId="{8B29E5A1-E026-4996-A69D-60A4F4CF4D56}" destId="{8A51BE48-96CF-4DE4-B1F6-40CB84F7A3AF}" srcOrd="3" destOrd="0" parTransId="{DAADA634-615A-4251-A1FA-D3FCAD669992}" sibTransId="{BA8C2593-A07E-4F4A-9A56-1CC8F25789E2}"/>
    <dgm:cxn modelId="{A2EBC495-C16D-42DF-AA83-5BBE27313474}" type="presOf" srcId="{0F5C8C4E-C93F-43A1-9011-104F443D689C}" destId="{168CE0EC-544B-4C5B-B69E-778F343297EF}" srcOrd="0" destOrd="0" presId="urn:microsoft.com/office/officeart/2005/8/layout/lProcess3"/>
    <dgm:cxn modelId="{D51C8D9B-913A-46F5-9816-61B7A8F52A69}" type="presOf" srcId="{280184BC-7205-4551-8969-D453E9F1ACBA}" destId="{1E4015A9-8D1C-4387-9923-4C52E8743344}" srcOrd="0" destOrd="0" presId="urn:microsoft.com/office/officeart/2005/8/layout/lProcess3"/>
    <dgm:cxn modelId="{478AC89F-979B-49FC-9C45-CCF2A74FF95C}" type="presOf" srcId="{AC583493-168E-4155-97BA-D942640096EE}" destId="{A3DEA4A3-74FF-4BC9-BCD0-B56DBE8674DE}" srcOrd="0" destOrd="0" presId="urn:microsoft.com/office/officeart/2005/8/layout/lProcess3"/>
    <dgm:cxn modelId="{635C54A5-0D3F-45E1-8406-33C2C1EF1413}" type="presOf" srcId="{4A0F125F-40EB-46DC-9679-4D689C1ADA42}" destId="{64A61E5A-602A-451D-B43E-D1DD5AE2B131}" srcOrd="0" destOrd="0" presId="urn:microsoft.com/office/officeart/2005/8/layout/lProcess3"/>
    <dgm:cxn modelId="{D29C6BB3-F897-408E-B432-52AE468E3E1D}" type="presOf" srcId="{72976ABE-8278-4FF0-A6D3-7521EA1DAD6E}" destId="{D144F525-4E65-420D-917B-325CE37FEA10}" srcOrd="0" destOrd="0" presId="urn:microsoft.com/office/officeart/2005/8/layout/lProcess3"/>
    <dgm:cxn modelId="{82A478B3-7B67-4534-BB4C-6CB6C3042056}" srcId="{AC583493-168E-4155-97BA-D942640096EE}" destId="{20A20686-8D3E-4CFC-AD07-39B90FA991F9}" srcOrd="0" destOrd="0" parTransId="{AC99849A-D193-4D2C-B10B-CB0D1CC516D2}" sibTransId="{65F081D7-1C38-4095-A99D-95D4D883BF8A}"/>
    <dgm:cxn modelId="{B6CAA2B4-BB98-40EC-819B-A977BF18A394}" srcId="{AC583493-168E-4155-97BA-D942640096EE}" destId="{10190135-C584-4A27-AFEE-FE1F44282671}" srcOrd="3" destOrd="0" parTransId="{84350602-6DFD-4FF3-821A-D19FC8B1560D}" sibTransId="{1EB87184-2A7B-4135-94E6-38A0CB32F7A9}"/>
    <dgm:cxn modelId="{72335DC9-54D3-4497-80F9-6118A162C67B}" type="presOf" srcId="{8A51BE48-96CF-4DE4-B1F6-40CB84F7A3AF}" destId="{BB048008-E446-48C8-A9DA-1E2B6F4D62F8}" srcOrd="0" destOrd="0" presId="urn:microsoft.com/office/officeart/2005/8/layout/lProcess3"/>
    <dgm:cxn modelId="{EFE83FD6-F503-4239-AB29-D7C41590BEDB}" type="presOf" srcId="{152A03E1-4C07-424D-9F54-17B70A9FDCA0}" destId="{BD1E27AD-2505-4828-B6CD-AD79109BD9BE}" srcOrd="0" destOrd="0" presId="urn:microsoft.com/office/officeart/2005/8/layout/lProcess3"/>
    <dgm:cxn modelId="{2AD698D6-B06A-4A7C-AFED-6487178D61F3}" srcId="{8B29E5A1-E026-4996-A69D-60A4F4CF4D56}" destId="{72976ABE-8278-4FF0-A6D3-7521EA1DAD6E}" srcOrd="1" destOrd="0" parTransId="{C06787F2-3A6A-49DC-A0B7-DCF69CFF618E}" sibTransId="{1D24F93F-E67F-4AA5-8265-5083C502CC8E}"/>
    <dgm:cxn modelId="{71AAD5DB-A9BB-4739-AFCF-4CA380AD4E4D}" srcId="{AC583493-168E-4155-97BA-D942640096EE}" destId="{2032B279-26B1-4869-9167-6DF3F70C22B9}" srcOrd="2" destOrd="0" parTransId="{B0F8B5D5-D039-405B-90CC-35CA5FDDCCC6}" sibTransId="{524AB2FB-ECA2-4351-8FE2-81A08EE280EC}"/>
    <dgm:cxn modelId="{605E9BE0-31C0-4D1A-825A-B1975F4AF233}" type="presOf" srcId="{89F60725-CE2C-4E91-BF40-C0003A86F7CD}" destId="{C69A67DF-BB13-4D40-BB61-588B231F6A20}" srcOrd="0" destOrd="0" presId="urn:microsoft.com/office/officeart/2005/8/layout/lProcess3"/>
    <dgm:cxn modelId="{F3A695E4-A073-4F7A-BA67-8F8DC856B865}" type="presOf" srcId="{16DC7F94-CAB4-4A5D-9EE4-2F08F3C70B78}" destId="{EDE69B16-1538-46A8-ABC8-701AD05EC2B5}" srcOrd="0" destOrd="0" presId="urn:microsoft.com/office/officeart/2005/8/layout/lProcess3"/>
    <dgm:cxn modelId="{72E19FE5-D8E1-46EB-8BFA-8D17DB3B9783}" srcId="{AC583493-168E-4155-97BA-D942640096EE}" destId="{07FFDE46-7DC8-45A6-9917-1633DE9E927C}" srcOrd="6" destOrd="0" parTransId="{DDAC87D8-5C69-4666-8752-AE793A8433AB}" sibTransId="{2F02BD42-3933-4A10-862E-8F18A9570D14}"/>
    <dgm:cxn modelId="{0BBFB3E5-ECC0-4DC2-BE30-71F87BF3D1C2}" srcId="{1FDEC258-BC1F-4958-87A7-02A50EE69C4C}" destId="{16DC7F94-CAB4-4A5D-9EE4-2F08F3C70B78}" srcOrd="1" destOrd="0" parTransId="{2F30118B-13ED-46E5-90E9-CB50F783DACF}" sibTransId="{FFB7302F-6D8B-4A61-8237-7937B56F7EDA}"/>
    <dgm:cxn modelId="{F811E7E6-9645-4983-B0F2-57589AB6372C}" type="presOf" srcId="{28999E96-986C-4375-A133-EF8A83320E22}" destId="{2410AE7B-0AEE-476A-AFE0-3F3DC942F3A3}" srcOrd="0" destOrd="0" presId="urn:microsoft.com/office/officeart/2005/8/layout/lProcess3"/>
    <dgm:cxn modelId="{D069DBEB-F67B-4356-8AB9-B40B1E0C837D}" srcId="{8B29E5A1-E026-4996-A69D-60A4F4CF4D56}" destId="{693771A2-F568-40C3-8ECF-915B5C96F9AF}" srcOrd="6" destOrd="0" parTransId="{79C508BB-F6CF-4864-AA45-3C6FD9AAEC4D}" sibTransId="{2452AF3B-E150-4328-9331-E0001D6B6614}"/>
    <dgm:cxn modelId="{B88C0DEE-1638-4FA3-8FA1-DFF1E63461B3}" type="presOf" srcId="{10190135-C584-4A27-AFEE-FE1F44282671}" destId="{87D403FE-3999-416B-91E8-00DF799DC28A}" srcOrd="0" destOrd="0" presId="urn:microsoft.com/office/officeart/2005/8/layout/lProcess3"/>
    <dgm:cxn modelId="{F87490EF-D5EB-47DD-AA00-DAA21B487F67}" srcId="{AC583493-168E-4155-97BA-D942640096EE}" destId="{152A03E1-4C07-424D-9F54-17B70A9FDCA0}" srcOrd="1" destOrd="0" parTransId="{DD7D7D16-FE8B-43B2-9887-D8571CD6F238}" sibTransId="{87512F6E-32B5-4217-B2F2-1DFEE3F35D0D}"/>
    <dgm:cxn modelId="{C097B9F0-7EE8-4C9A-9694-B626B73AEDB5}" type="presOf" srcId="{30558C1E-120B-419B-B745-5A25655733B1}" destId="{4C454A04-4FEE-4DB2-BF6E-AB5D7B452027}" srcOrd="0" destOrd="0" presId="urn:microsoft.com/office/officeart/2005/8/layout/lProcess3"/>
    <dgm:cxn modelId="{FB4B74F2-1F5D-4B31-B70A-24FB157DEFF0}" srcId="{8B29E5A1-E026-4996-A69D-60A4F4CF4D56}" destId="{0F5C8C4E-C93F-43A1-9011-104F443D689C}" srcOrd="0" destOrd="0" parTransId="{CBCDA1BD-838D-4DA2-87B1-C114D3832A88}" sibTransId="{A1FB3925-72FA-48C4-888D-4354FC0C828C}"/>
    <dgm:cxn modelId="{F6A8C2CC-43D8-42A5-A9BB-30B244E34CAB}" type="presParOf" srcId="{193FEFE1-A696-4068-A3BC-3B012FF74766}" destId="{64A1F058-183C-4526-BA77-0D134322CD1C}" srcOrd="0" destOrd="0" presId="urn:microsoft.com/office/officeart/2005/8/layout/lProcess3"/>
    <dgm:cxn modelId="{EBA1EF99-1FF4-4334-96DF-CE6ADD626598}" type="presParOf" srcId="{64A1F058-183C-4526-BA77-0D134322CD1C}" destId="{8E7F26BC-09B6-4096-84DC-5C93F7E9BD96}" srcOrd="0" destOrd="0" presId="urn:microsoft.com/office/officeart/2005/8/layout/lProcess3"/>
    <dgm:cxn modelId="{C5758B65-3229-48F5-8608-CEE11BCAB8D2}" type="presParOf" srcId="{64A1F058-183C-4526-BA77-0D134322CD1C}" destId="{FA0FC58F-8A37-41E2-A7E4-91BAA793C786}" srcOrd="1" destOrd="0" presId="urn:microsoft.com/office/officeart/2005/8/layout/lProcess3"/>
    <dgm:cxn modelId="{699C223F-22BB-468E-9D9B-FC02906FA744}" type="presParOf" srcId="{64A1F058-183C-4526-BA77-0D134322CD1C}" destId="{168CE0EC-544B-4C5B-B69E-778F343297EF}" srcOrd="2" destOrd="0" presId="urn:microsoft.com/office/officeart/2005/8/layout/lProcess3"/>
    <dgm:cxn modelId="{7E28129B-7A40-475D-BEA2-8B1BB4DA2869}" type="presParOf" srcId="{64A1F058-183C-4526-BA77-0D134322CD1C}" destId="{36F716D9-0958-4AED-B953-3C0D1190B783}" srcOrd="3" destOrd="0" presId="urn:microsoft.com/office/officeart/2005/8/layout/lProcess3"/>
    <dgm:cxn modelId="{D46AF274-166C-45C0-AA81-4965BDD58774}" type="presParOf" srcId="{64A1F058-183C-4526-BA77-0D134322CD1C}" destId="{D144F525-4E65-420D-917B-325CE37FEA10}" srcOrd="4" destOrd="0" presId="urn:microsoft.com/office/officeart/2005/8/layout/lProcess3"/>
    <dgm:cxn modelId="{9734FEA8-6C2A-4FE7-893C-456A8B40A0FA}" type="presParOf" srcId="{64A1F058-183C-4526-BA77-0D134322CD1C}" destId="{FE1CD72C-3681-4B40-BCA5-BDEB6B8201FC}" srcOrd="5" destOrd="0" presId="urn:microsoft.com/office/officeart/2005/8/layout/lProcess3"/>
    <dgm:cxn modelId="{CCFE8807-8903-4F60-AE9D-EDA882D69E7F}" type="presParOf" srcId="{64A1F058-183C-4526-BA77-0D134322CD1C}" destId="{806B1C47-1175-4FD3-80BA-43DA43DF3A00}" srcOrd="6" destOrd="0" presId="urn:microsoft.com/office/officeart/2005/8/layout/lProcess3"/>
    <dgm:cxn modelId="{E44CE7DE-3BB9-4AA7-9625-2CE9601C34AB}" type="presParOf" srcId="{64A1F058-183C-4526-BA77-0D134322CD1C}" destId="{5653ACA8-ECF2-4D76-A9DA-5115001E8F19}" srcOrd="7" destOrd="0" presId="urn:microsoft.com/office/officeart/2005/8/layout/lProcess3"/>
    <dgm:cxn modelId="{E03385CF-3FBC-486D-9DFB-5A77546224D6}" type="presParOf" srcId="{64A1F058-183C-4526-BA77-0D134322CD1C}" destId="{BB048008-E446-48C8-A9DA-1E2B6F4D62F8}" srcOrd="8" destOrd="0" presId="urn:microsoft.com/office/officeart/2005/8/layout/lProcess3"/>
    <dgm:cxn modelId="{496341B0-2E14-4688-BE76-4760C4943EAC}" type="presParOf" srcId="{64A1F058-183C-4526-BA77-0D134322CD1C}" destId="{D8F1DAA1-2A36-4202-B007-02816D84300B}" srcOrd="9" destOrd="0" presId="urn:microsoft.com/office/officeart/2005/8/layout/lProcess3"/>
    <dgm:cxn modelId="{93533C48-7F3F-4B9A-9EB1-CE1F5311C5E5}" type="presParOf" srcId="{64A1F058-183C-4526-BA77-0D134322CD1C}" destId="{64A61E5A-602A-451D-B43E-D1DD5AE2B131}" srcOrd="10" destOrd="0" presId="urn:microsoft.com/office/officeart/2005/8/layout/lProcess3"/>
    <dgm:cxn modelId="{8BDD56CB-B969-4C08-8C10-C6950D8F63DE}" type="presParOf" srcId="{64A1F058-183C-4526-BA77-0D134322CD1C}" destId="{6A416539-B6AA-4B78-9FB4-6406C0D0D76F}" srcOrd="11" destOrd="0" presId="urn:microsoft.com/office/officeart/2005/8/layout/lProcess3"/>
    <dgm:cxn modelId="{BF82F426-8587-4906-B4D5-4C3A10EC5C22}" type="presParOf" srcId="{64A1F058-183C-4526-BA77-0D134322CD1C}" destId="{C69A67DF-BB13-4D40-BB61-588B231F6A20}" srcOrd="12" destOrd="0" presId="urn:microsoft.com/office/officeart/2005/8/layout/lProcess3"/>
    <dgm:cxn modelId="{60139DB1-5CE4-4B16-BA6F-D5562A6336D4}" type="presParOf" srcId="{64A1F058-183C-4526-BA77-0D134322CD1C}" destId="{175180D3-E0D2-4B2D-AA91-914CE1FCA89C}" srcOrd="13" destOrd="0" presId="urn:microsoft.com/office/officeart/2005/8/layout/lProcess3"/>
    <dgm:cxn modelId="{5FEC981E-CC30-4D77-98C8-2FCA27B76E1B}" type="presParOf" srcId="{64A1F058-183C-4526-BA77-0D134322CD1C}" destId="{21C4A0AC-6A06-49FD-A0B2-83823D24FE3A}" srcOrd="14" destOrd="0" presId="urn:microsoft.com/office/officeart/2005/8/layout/lProcess3"/>
    <dgm:cxn modelId="{B8B953DC-2ED3-4553-881C-49A226CD3957}" type="presParOf" srcId="{64A1F058-183C-4526-BA77-0D134322CD1C}" destId="{9827EFB6-9951-415A-9904-15248CDF8045}" srcOrd="15" destOrd="0" presId="urn:microsoft.com/office/officeart/2005/8/layout/lProcess3"/>
    <dgm:cxn modelId="{CFB1E259-F369-4EF1-A7F0-EE5754CC5714}" type="presParOf" srcId="{64A1F058-183C-4526-BA77-0D134322CD1C}" destId="{9DAD6CA6-E009-4FE0-9EA9-E8BC0F37BF71}" srcOrd="16" destOrd="0" presId="urn:microsoft.com/office/officeart/2005/8/layout/lProcess3"/>
    <dgm:cxn modelId="{77441FBB-17E8-4CAF-A4F8-F9747D0F39AC}" type="presParOf" srcId="{64A1F058-183C-4526-BA77-0D134322CD1C}" destId="{70DB6480-69A4-46E1-ACB4-B9434E3143C1}" srcOrd="17" destOrd="0" presId="urn:microsoft.com/office/officeart/2005/8/layout/lProcess3"/>
    <dgm:cxn modelId="{9F775A7F-7D4F-423A-BE64-FC236B2FA53B}" type="presParOf" srcId="{64A1F058-183C-4526-BA77-0D134322CD1C}" destId="{2410AE7B-0AEE-476A-AFE0-3F3DC942F3A3}" srcOrd="18" destOrd="0" presId="urn:microsoft.com/office/officeart/2005/8/layout/lProcess3"/>
    <dgm:cxn modelId="{59DDF96E-1BA8-46DC-8142-66CA3594AEFB}" type="presParOf" srcId="{193FEFE1-A696-4068-A3BC-3B012FF74766}" destId="{C5492B60-88FE-4EA6-86F8-7C10121EC729}" srcOrd="1" destOrd="0" presId="urn:microsoft.com/office/officeart/2005/8/layout/lProcess3"/>
    <dgm:cxn modelId="{9F67DBB3-155D-4519-B77A-220B4F430F85}" type="presParOf" srcId="{193FEFE1-A696-4068-A3BC-3B012FF74766}" destId="{B089C354-A902-4E80-8CE8-9E02CBBD551D}" srcOrd="2" destOrd="0" presId="urn:microsoft.com/office/officeart/2005/8/layout/lProcess3"/>
    <dgm:cxn modelId="{08128823-3689-496C-96FD-2324EDA619D8}" type="presParOf" srcId="{B089C354-A902-4E80-8CE8-9E02CBBD551D}" destId="{EDE69B16-1538-46A8-ABC8-701AD05EC2B5}" srcOrd="0" destOrd="0" presId="urn:microsoft.com/office/officeart/2005/8/layout/lProcess3"/>
    <dgm:cxn modelId="{D452B282-E0CB-485F-B0C9-54F8CB4C9634}" type="presParOf" srcId="{193FEFE1-A696-4068-A3BC-3B012FF74766}" destId="{4CFA5B75-05B7-4E28-BA5D-4FE68974F5CB}" srcOrd="3" destOrd="0" presId="urn:microsoft.com/office/officeart/2005/8/layout/lProcess3"/>
    <dgm:cxn modelId="{6BA53090-EDCC-4A5B-816A-BDCFCB979DB0}" type="presParOf" srcId="{193FEFE1-A696-4068-A3BC-3B012FF74766}" destId="{B5E5221B-8728-471A-BB60-E9DF98DFA2DB}" srcOrd="4" destOrd="0" presId="urn:microsoft.com/office/officeart/2005/8/layout/lProcess3"/>
    <dgm:cxn modelId="{4ECA1906-6D3A-4535-95A4-3E3D0F26EF89}" type="presParOf" srcId="{B5E5221B-8728-471A-BB60-E9DF98DFA2DB}" destId="{A3DEA4A3-74FF-4BC9-BCD0-B56DBE8674DE}" srcOrd="0" destOrd="0" presId="urn:microsoft.com/office/officeart/2005/8/layout/lProcess3"/>
    <dgm:cxn modelId="{879640FF-4B1F-470C-A9C2-FE1B3A9493CB}" type="presParOf" srcId="{B5E5221B-8728-471A-BB60-E9DF98DFA2DB}" destId="{E51C8FE4-DA32-4E37-876C-F382C5F7C19F}" srcOrd="1" destOrd="0" presId="urn:microsoft.com/office/officeart/2005/8/layout/lProcess3"/>
    <dgm:cxn modelId="{04A97CDD-0F52-46D1-A4BD-77DEFAB0A725}" type="presParOf" srcId="{B5E5221B-8728-471A-BB60-E9DF98DFA2DB}" destId="{8B80E22C-0F2F-4061-832B-1D19C9C23333}" srcOrd="2" destOrd="0" presId="urn:microsoft.com/office/officeart/2005/8/layout/lProcess3"/>
    <dgm:cxn modelId="{F16D4930-E5FD-43AB-9DC3-65BC8BA344F8}" type="presParOf" srcId="{B5E5221B-8728-471A-BB60-E9DF98DFA2DB}" destId="{3B5F878E-AE13-489E-BF60-BF15735AE951}" srcOrd="3" destOrd="0" presId="urn:microsoft.com/office/officeart/2005/8/layout/lProcess3"/>
    <dgm:cxn modelId="{F394FE60-CD50-4FE4-89E0-F9C7A4E503FA}" type="presParOf" srcId="{B5E5221B-8728-471A-BB60-E9DF98DFA2DB}" destId="{BD1E27AD-2505-4828-B6CD-AD79109BD9BE}" srcOrd="4" destOrd="0" presId="urn:microsoft.com/office/officeart/2005/8/layout/lProcess3"/>
    <dgm:cxn modelId="{E282F57B-77AC-40AF-8094-62C0C20CE193}" type="presParOf" srcId="{B5E5221B-8728-471A-BB60-E9DF98DFA2DB}" destId="{9F463EBC-C779-4BD2-BE3D-D944531A6BF6}" srcOrd="5" destOrd="0" presId="urn:microsoft.com/office/officeart/2005/8/layout/lProcess3"/>
    <dgm:cxn modelId="{944C52F0-FEB2-4766-8D67-3FE6E92D5F97}" type="presParOf" srcId="{B5E5221B-8728-471A-BB60-E9DF98DFA2DB}" destId="{346FB1F5-B771-4540-B590-443F393962A6}" srcOrd="6" destOrd="0" presId="urn:microsoft.com/office/officeart/2005/8/layout/lProcess3"/>
    <dgm:cxn modelId="{D08C99EA-97F6-41C2-9E26-4477B851A4C8}" type="presParOf" srcId="{B5E5221B-8728-471A-BB60-E9DF98DFA2DB}" destId="{EBBE08E3-02B5-4728-967A-A6D0C31E5B44}" srcOrd="7" destOrd="0" presId="urn:microsoft.com/office/officeart/2005/8/layout/lProcess3"/>
    <dgm:cxn modelId="{B9FE2B66-AC4D-46B9-BD9B-FF56F0C1C21E}" type="presParOf" srcId="{B5E5221B-8728-471A-BB60-E9DF98DFA2DB}" destId="{87D403FE-3999-416B-91E8-00DF799DC28A}" srcOrd="8" destOrd="0" presId="urn:microsoft.com/office/officeart/2005/8/layout/lProcess3"/>
    <dgm:cxn modelId="{B86EFC2D-A97F-493D-8534-0526B8C425EB}" type="presParOf" srcId="{B5E5221B-8728-471A-BB60-E9DF98DFA2DB}" destId="{E8B4DEDB-02CD-42AB-BB82-9BF7E568B964}" srcOrd="9" destOrd="0" presId="urn:microsoft.com/office/officeart/2005/8/layout/lProcess3"/>
    <dgm:cxn modelId="{F1742689-67EF-4D05-A546-9775EF8D0ADC}" type="presParOf" srcId="{B5E5221B-8728-471A-BB60-E9DF98DFA2DB}" destId="{B035D5D5-9614-423C-A235-ACD9DFDC44D7}" srcOrd="10" destOrd="0" presId="urn:microsoft.com/office/officeart/2005/8/layout/lProcess3"/>
    <dgm:cxn modelId="{15470832-F422-4053-A279-3155C990FD6F}" type="presParOf" srcId="{B5E5221B-8728-471A-BB60-E9DF98DFA2DB}" destId="{3A4BD79A-D9E6-44C5-9F8B-AB73B50C8432}" srcOrd="11" destOrd="0" presId="urn:microsoft.com/office/officeart/2005/8/layout/lProcess3"/>
    <dgm:cxn modelId="{377A6D20-186D-43CD-B6BD-7CCE4EF92247}" type="presParOf" srcId="{B5E5221B-8728-471A-BB60-E9DF98DFA2DB}" destId="{1E4015A9-8D1C-4387-9923-4C52E8743344}" srcOrd="12" destOrd="0" presId="urn:microsoft.com/office/officeart/2005/8/layout/lProcess3"/>
    <dgm:cxn modelId="{1D9A6678-04A3-4753-8CEF-3C0DEDEA8F91}" type="presParOf" srcId="{B5E5221B-8728-471A-BB60-E9DF98DFA2DB}" destId="{15364FE1-AE19-4D8F-8F16-8B5360A96346}" srcOrd="13" destOrd="0" presId="urn:microsoft.com/office/officeart/2005/8/layout/lProcess3"/>
    <dgm:cxn modelId="{6A240469-D780-4CBA-89EF-ACE779529C45}" type="presParOf" srcId="{B5E5221B-8728-471A-BB60-E9DF98DFA2DB}" destId="{BCA845DA-6CD5-4F65-9C99-4D0723C809CC}" srcOrd="14" destOrd="0" presId="urn:microsoft.com/office/officeart/2005/8/layout/lProcess3"/>
    <dgm:cxn modelId="{38184514-1E82-40D1-BC90-9ACA93263A6E}" type="presParOf" srcId="{B5E5221B-8728-471A-BB60-E9DF98DFA2DB}" destId="{4468DFAE-202E-43B7-8415-2DF634EFD703}" srcOrd="15" destOrd="0" presId="urn:microsoft.com/office/officeart/2005/8/layout/lProcess3"/>
    <dgm:cxn modelId="{E877F0DD-E69F-4476-A38A-09032D43C0EE}" type="presParOf" srcId="{B5E5221B-8728-471A-BB60-E9DF98DFA2DB}" destId="{4C454A04-4FEE-4DB2-BF6E-AB5D7B452027}" srcOrd="16" destOrd="0" presId="urn:microsoft.com/office/officeart/2005/8/layout/lProcess3"/>
    <dgm:cxn modelId="{DEDBA93F-2B7A-45AC-A6F0-ABC0B915468C}" type="presParOf" srcId="{B5E5221B-8728-471A-BB60-E9DF98DFA2DB}" destId="{78AA5BC7-6480-42B0-8800-703FB0CB519B}" srcOrd="17" destOrd="0" presId="urn:microsoft.com/office/officeart/2005/8/layout/lProcess3"/>
    <dgm:cxn modelId="{52FA93B5-A958-4B8E-A5B2-4D967C3FAB73}" type="presParOf" srcId="{B5E5221B-8728-471A-BB60-E9DF98DFA2DB}" destId="{D2869BB3-DA80-48C5-89E4-92701D5EE938}" srcOrd="1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DEC258-BC1F-4958-87A7-02A50EE69C4C}" type="doc">
      <dgm:prSet loTypeId="urn:microsoft.com/office/officeart/2005/8/layout/lProcess3" loCatId="process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8B29E5A1-E026-4996-A69D-60A4F4CF4D56}">
      <dgm:prSet phldrT="[Text]" phldr="0" custT="1"/>
      <dgm:spPr/>
      <dgm:t>
        <a:bodyPr/>
        <a:lstStyle/>
        <a:p>
          <a:pPr rtl="0"/>
          <a:r>
            <a:rPr lang="en-US" sz="1600" b="1">
              <a:latin typeface="Aptos Display" panose="02110004020202020204"/>
            </a:rPr>
            <a:t>TRL </a:t>
          </a:r>
          <a:endParaRPr lang="en-US" sz="1600" b="1"/>
        </a:p>
      </dgm:t>
    </dgm:pt>
    <dgm:pt modelId="{5BB95B5F-2828-4241-ADC3-98F87A141B23}" type="parTrans" cxnId="{87175034-FBFD-4569-A332-32E0500F2E33}">
      <dgm:prSet/>
      <dgm:spPr/>
      <dgm:t>
        <a:bodyPr/>
        <a:lstStyle/>
        <a:p>
          <a:endParaRPr lang="en-US"/>
        </a:p>
      </dgm:t>
    </dgm:pt>
    <dgm:pt modelId="{7F752946-97E5-42EB-926F-43573E581EB0}" type="sibTrans" cxnId="{87175034-FBFD-4569-A332-32E0500F2E33}">
      <dgm:prSet/>
      <dgm:spPr/>
      <dgm:t>
        <a:bodyPr/>
        <a:lstStyle/>
        <a:p>
          <a:endParaRPr lang="en-US"/>
        </a:p>
      </dgm:t>
    </dgm:pt>
    <dgm:pt modelId="{0F5C8C4E-C93F-43A1-9011-104F443D689C}">
      <dgm:prSet phldrT="[Text]" phldr="0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1</a:t>
          </a:r>
          <a:endParaRPr lang="en-US" sz="1600"/>
        </a:p>
      </dgm:t>
    </dgm:pt>
    <dgm:pt modelId="{CBCDA1BD-838D-4DA2-87B1-C114D3832A88}" type="parTrans" cxnId="{FB4B74F2-1F5D-4B31-B70A-24FB157DEFF0}">
      <dgm:prSet/>
      <dgm:spPr/>
      <dgm:t>
        <a:bodyPr/>
        <a:lstStyle/>
        <a:p>
          <a:endParaRPr lang="en-US"/>
        </a:p>
      </dgm:t>
    </dgm:pt>
    <dgm:pt modelId="{A1FB3925-72FA-48C4-888D-4354FC0C828C}" type="sibTrans" cxnId="{FB4B74F2-1F5D-4B31-B70A-24FB157DEFF0}">
      <dgm:prSet/>
      <dgm:spPr/>
      <dgm:t>
        <a:bodyPr/>
        <a:lstStyle/>
        <a:p>
          <a:endParaRPr lang="en-US"/>
        </a:p>
      </dgm:t>
    </dgm:pt>
    <dgm:pt modelId="{4F05F3A4-8810-4B6C-89D0-6B569EB8F35C}">
      <dgm:prSet phldrT="[Text]" phldr="0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3</a:t>
          </a:r>
          <a:endParaRPr lang="en-US" sz="1600"/>
        </a:p>
      </dgm:t>
    </dgm:pt>
    <dgm:pt modelId="{1F206578-8627-46A1-AF49-20E4E7CD9F55}" type="parTrans" cxnId="{20333235-DB95-4B2D-AD5D-9FF9E29FACA8}">
      <dgm:prSet/>
      <dgm:spPr/>
      <dgm:t>
        <a:bodyPr/>
        <a:lstStyle/>
        <a:p>
          <a:endParaRPr lang="en-US"/>
        </a:p>
      </dgm:t>
    </dgm:pt>
    <dgm:pt modelId="{C6CC8010-77D2-4072-80DB-EA3F0E91DA15}" type="sibTrans" cxnId="{20333235-DB95-4B2D-AD5D-9FF9E29FACA8}">
      <dgm:prSet/>
      <dgm:spPr/>
      <dgm:t>
        <a:bodyPr/>
        <a:lstStyle/>
        <a:p>
          <a:endParaRPr lang="en-US"/>
        </a:p>
      </dgm:t>
    </dgm:pt>
    <dgm:pt modelId="{AC583493-168E-4155-97BA-D942640096EE}">
      <dgm:prSet phldrT="[Text]" phldr="0" custT="1"/>
      <dgm:spPr>
        <a:solidFill>
          <a:schemeClr val="accent2"/>
        </a:solidFill>
      </dgm:spPr>
      <dgm:t>
        <a:bodyPr/>
        <a:lstStyle/>
        <a:p>
          <a:r>
            <a:rPr lang="en-US" sz="1600" b="1">
              <a:latin typeface="Aptos Display" panose="02110004020202020204"/>
            </a:rPr>
            <a:t>SRL</a:t>
          </a:r>
          <a:endParaRPr lang="en-US" sz="1600" b="1"/>
        </a:p>
      </dgm:t>
    </dgm:pt>
    <dgm:pt modelId="{7107815C-89EF-4A79-B0D2-2FF79A5C075B}" type="parTrans" cxnId="{09A62042-72ED-4AA3-BE29-EBCC625D4622}">
      <dgm:prSet/>
      <dgm:spPr/>
      <dgm:t>
        <a:bodyPr/>
        <a:lstStyle/>
        <a:p>
          <a:endParaRPr lang="en-US"/>
        </a:p>
      </dgm:t>
    </dgm:pt>
    <dgm:pt modelId="{3D101C23-9194-49CB-A60E-8C3E1AF94A12}" type="sibTrans" cxnId="{09A62042-72ED-4AA3-BE29-EBCC625D4622}">
      <dgm:prSet/>
      <dgm:spPr/>
      <dgm:t>
        <a:bodyPr/>
        <a:lstStyle/>
        <a:p>
          <a:endParaRPr lang="en-US"/>
        </a:p>
      </dgm:t>
    </dgm:pt>
    <dgm:pt modelId="{26CEBC07-7243-47D5-B4F7-D5C3CE484B26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9</a:t>
          </a:r>
          <a:endParaRPr lang="en-US" sz="1600">
            <a:latin typeface="Aptos Display"/>
          </a:endParaRPr>
        </a:p>
      </dgm:t>
    </dgm:pt>
    <dgm:pt modelId="{0690192E-A20C-48B0-9906-83BFFB99B9A0}" type="parTrans" cxnId="{FF3F475A-D6E3-44A0-93A4-4EBCF808A73D}">
      <dgm:prSet/>
      <dgm:spPr/>
      <dgm:t>
        <a:bodyPr/>
        <a:lstStyle/>
        <a:p>
          <a:endParaRPr lang="en-US"/>
        </a:p>
      </dgm:t>
    </dgm:pt>
    <dgm:pt modelId="{0CC39FD9-789F-45C1-868F-98D665E9212B}" type="sibTrans" cxnId="{FF3F475A-D6E3-44A0-93A4-4EBCF808A73D}">
      <dgm:prSet/>
      <dgm:spPr/>
      <dgm:t>
        <a:bodyPr/>
        <a:lstStyle/>
        <a:p>
          <a:endParaRPr lang="en-US"/>
        </a:p>
      </dgm:t>
    </dgm:pt>
    <dgm:pt modelId="{72976ABE-8278-4FF0-A6D3-7521EA1DAD6E}">
      <dgm:prSet phldr="0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2</a:t>
          </a:r>
        </a:p>
      </dgm:t>
    </dgm:pt>
    <dgm:pt modelId="{C06787F2-3A6A-49DC-A0B7-DCF69CFF618E}" type="parTrans" cxnId="{2AD698D6-B06A-4A7C-AFED-6487178D61F3}">
      <dgm:prSet/>
      <dgm:spPr/>
      <dgm:t>
        <a:bodyPr/>
        <a:lstStyle/>
        <a:p>
          <a:endParaRPr lang="en-GB"/>
        </a:p>
      </dgm:t>
    </dgm:pt>
    <dgm:pt modelId="{1D24F93F-E67F-4AA5-8265-5083C502CC8E}" type="sibTrans" cxnId="{2AD698D6-B06A-4A7C-AFED-6487178D61F3}">
      <dgm:prSet/>
      <dgm:spPr/>
      <dgm:t>
        <a:bodyPr/>
        <a:lstStyle/>
        <a:p>
          <a:endParaRPr lang="en-GB"/>
        </a:p>
      </dgm:t>
    </dgm:pt>
    <dgm:pt modelId="{8A51BE48-96CF-4DE4-B1F6-40CB84F7A3AF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4</a:t>
          </a:r>
        </a:p>
      </dgm:t>
    </dgm:pt>
    <dgm:pt modelId="{DAADA634-615A-4251-A1FA-D3FCAD669992}" type="parTrans" cxnId="{EDC9D589-7D10-4021-8ED3-D2EB2DBF7CA2}">
      <dgm:prSet/>
      <dgm:spPr/>
      <dgm:t>
        <a:bodyPr/>
        <a:lstStyle/>
        <a:p>
          <a:endParaRPr lang="en-GB"/>
        </a:p>
      </dgm:t>
    </dgm:pt>
    <dgm:pt modelId="{BA8C2593-A07E-4F4A-9A56-1CC8F25789E2}" type="sibTrans" cxnId="{EDC9D589-7D10-4021-8ED3-D2EB2DBF7CA2}">
      <dgm:prSet/>
      <dgm:spPr/>
      <dgm:t>
        <a:bodyPr/>
        <a:lstStyle/>
        <a:p>
          <a:endParaRPr lang="en-GB"/>
        </a:p>
      </dgm:t>
    </dgm:pt>
    <dgm:pt modelId="{693771A2-F568-40C3-8ECF-915B5C96F9AF}">
      <dgm:prSet phldr="0" custT="1"/>
      <dgm:spPr>
        <a:solidFill>
          <a:schemeClr val="accent6"/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7</a:t>
          </a:r>
        </a:p>
      </dgm:t>
    </dgm:pt>
    <dgm:pt modelId="{79C508BB-F6CF-4864-AA45-3C6FD9AAEC4D}" type="parTrans" cxnId="{D069DBEB-F67B-4356-8AB9-B40B1E0C837D}">
      <dgm:prSet/>
      <dgm:spPr/>
      <dgm:t>
        <a:bodyPr/>
        <a:lstStyle/>
        <a:p>
          <a:endParaRPr lang="en-GB"/>
        </a:p>
      </dgm:t>
    </dgm:pt>
    <dgm:pt modelId="{2452AF3B-E150-4328-9331-E0001D6B6614}" type="sibTrans" cxnId="{D069DBEB-F67B-4356-8AB9-B40B1E0C837D}">
      <dgm:prSet/>
      <dgm:spPr/>
      <dgm:t>
        <a:bodyPr/>
        <a:lstStyle/>
        <a:p>
          <a:endParaRPr lang="en-GB"/>
        </a:p>
      </dgm:t>
    </dgm:pt>
    <dgm:pt modelId="{4A0F125F-40EB-46DC-9679-4D689C1ADA42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sz="1600">
              <a:latin typeface="Aptos Display" panose="02110004020202020204"/>
            </a:rPr>
            <a:t>5</a:t>
          </a:r>
        </a:p>
      </dgm:t>
    </dgm:pt>
    <dgm:pt modelId="{29F0BFDA-A89A-44BE-9309-2DAE66905BDF}" type="parTrans" cxnId="{20DBCB6B-88EC-4A3C-94FA-519CE5802136}">
      <dgm:prSet/>
      <dgm:spPr/>
      <dgm:t>
        <a:bodyPr/>
        <a:lstStyle/>
        <a:p>
          <a:endParaRPr lang="en-GB"/>
        </a:p>
      </dgm:t>
    </dgm:pt>
    <dgm:pt modelId="{B338CDDF-D3C6-4FBB-A825-E083734B8C5C}" type="sibTrans" cxnId="{20DBCB6B-88EC-4A3C-94FA-519CE5802136}">
      <dgm:prSet/>
      <dgm:spPr/>
      <dgm:t>
        <a:bodyPr/>
        <a:lstStyle/>
        <a:p>
          <a:endParaRPr lang="en-GB"/>
        </a:p>
      </dgm:t>
    </dgm:pt>
    <dgm:pt modelId="{89F60725-CE2C-4E91-BF40-C0003A86F7CD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6</a:t>
          </a:r>
        </a:p>
      </dgm:t>
    </dgm:pt>
    <dgm:pt modelId="{6F9F0350-3D6F-4542-A6BA-EC9B9B2412D7}" type="parTrans" cxnId="{58B3E31D-5108-4068-8429-362A4E8B7B19}">
      <dgm:prSet/>
      <dgm:spPr/>
      <dgm:t>
        <a:bodyPr/>
        <a:lstStyle/>
        <a:p>
          <a:endParaRPr lang="en-GB"/>
        </a:p>
      </dgm:t>
    </dgm:pt>
    <dgm:pt modelId="{E239381B-4898-4D4A-8E67-3A67DBB7BA87}" type="sibTrans" cxnId="{58B3E31D-5108-4068-8429-362A4E8B7B19}">
      <dgm:prSet/>
      <dgm:spPr/>
      <dgm:t>
        <a:bodyPr/>
        <a:lstStyle/>
        <a:p>
          <a:endParaRPr lang="en-GB"/>
        </a:p>
      </dgm:t>
    </dgm:pt>
    <dgm:pt modelId="{4111E686-E8C9-462A-B20D-AAF8D6ACE8C3}">
      <dgm:prSet phldr="0" custT="1"/>
      <dgm:spPr>
        <a:solidFill>
          <a:schemeClr val="accent6"/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8</a:t>
          </a:r>
        </a:p>
      </dgm:t>
    </dgm:pt>
    <dgm:pt modelId="{F6678C4E-1207-490C-B384-AA8B790DEFB8}" type="parTrans" cxnId="{52F5477E-D128-409A-8E8C-5C2EFCE25188}">
      <dgm:prSet/>
      <dgm:spPr/>
      <dgm:t>
        <a:bodyPr/>
        <a:lstStyle/>
        <a:p>
          <a:endParaRPr lang="en-GB"/>
        </a:p>
      </dgm:t>
    </dgm:pt>
    <dgm:pt modelId="{4CCB5EB2-13DD-4AA7-88B6-0905273AACA5}" type="sibTrans" cxnId="{52F5477E-D128-409A-8E8C-5C2EFCE25188}">
      <dgm:prSet/>
      <dgm:spPr/>
      <dgm:t>
        <a:bodyPr/>
        <a:lstStyle/>
        <a:p>
          <a:endParaRPr lang="en-GB"/>
        </a:p>
      </dgm:t>
    </dgm:pt>
    <dgm:pt modelId="{28999E96-986C-4375-A133-EF8A83320E22}">
      <dgm:prSet phldr="0" custT="1"/>
      <dgm:spPr>
        <a:solidFill>
          <a:schemeClr val="accent6"/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9</a:t>
          </a:r>
        </a:p>
      </dgm:t>
    </dgm:pt>
    <dgm:pt modelId="{14927609-5FB7-46FA-A31C-73DC0CA16E61}" type="parTrans" cxnId="{6DD63628-381E-47B9-BE67-33847A4F943B}">
      <dgm:prSet/>
      <dgm:spPr/>
      <dgm:t>
        <a:bodyPr/>
        <a:lstStyle/>
        <a:p>
          <a:endParaRPr lang="en-GB"/>
        </a:p>
      </dgm:t>
    </dgm:pt>
    <dgm:pt modelId="{F33DC2E0-EF27-48FE-96C2-39B2D421926A}" type="sibTrans" cxnId="{6DD63628-381E-47B9-BE67-33847A4F943B}">
      <dgm:prSet/>
      <dgm:spPr/>
      <dgm:t>
        <a:bodyPr/>
        <a:lstStyle/>
        <a:p>
          <a:endParaRPr lang="en-GB"/>
        </a:p>
      </dgm:t>
    </dgm:pt>
    <dgm:pt modelId="{20A20686-8D3E-4CFC-AD07-39B90FA991F9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sz="1600">
              <a:latin typeface="Aptos Display"/>
              <a:ea typeface="Calibri"/>
              <a:cs typeface="Calibri"/>
            </a:rPr>
            <a:t>1</a:t>
          </a:r>
        </a:p>
      </dgm:t>
    </dgm:pt>
    <dgm:pt modelId="{AC99849A-D193-4D2C-B10B-CB0D1CC516D2}" type="parTrans" cxnId="{82A478B3-7B67-4534-BB4C-6CB6C3042056}">
      <dgm:prSet/>
      <dgm:spPr/>
      <dgm:t>
        <a:bodyPr/>
        <a:lstStyle/>
        <a:p>
          <a:endParaRPr lang="en-GB"/>
        </a:p>
      </dgm:t>
    </dgm:pt>
    <dgm:pt modelId="{65F081D7-1C38-4095-A99D-95D4D883BF8A}" type="sibTrans" cxnId="{82A478B3-7B67-4534-BB4C-6CB6C3042056}">
      <dgm:prSet/>
      <dgm:spPr/>
      <dgm:t>
        <a:bodyPr/>
        <a:lstStyle/>
        <a:p>
          <a:endParaRPr lang="en-GB"/>
        </a:p>
      </dgm:t>
    </dgm:pt>
    <dgm:pt modelId="{152A03E1-4C07-424D-9F54-17B70A9FDCA0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2</a:t>
          </a:r>
        </a:p>
      </dgm:t>
    </dgm:pt>
    <dgm:pt modelId="{DD7D7D16-FE8B-43B2-9887-D8571CD6F238}" type="parTrans" cxnId="{F87490EF-D5EB-47DD-AA00-DAA21B487F67}">
      <dgm:prSet/>
      <dgm:spPr/>
      <dgm:t>
        <a:bodyPr/>
        <a:lstStyle/>
        <a:p>
          <a:endParaRPr lang="en-GB"/>
        </a:p>
      </dgm:t>
    </dgm:pt>
    <dgm:pt modelId="{87512F6E-32B5-4217-B2F2-1DFEE3F35D0D}" type="sibTrans" cxnId="{F87490EF-D5EB-47DD-AA00-DAA21B487F67}">
      <dgm:prSet/>
      <dgm:spPr/>
      <dgm:t>
        <a:bodyPr/>
        <a:lstStyle/>
        <a:p>
          <a:endParaRPr lang="en-GB"/>
        </a:p>
      </dgm:t>
    </dgm:pt>
    <dgm:pt modelId="{2032B279-26B1-4869-9167-6DF3F70C22B9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3</a:t>
          </a:r>
        </a:p>
      </dgm:t>
    </dgm:pt>
    <dgm:pt modelId="{B0F8B5D5-D039-405B-90CC-35CA5FDDCCC6}" type="parTrans" cxnId="{71AAD5DB-A9BB-4739-AFCF-4CA380AD4E4D}">
      <dgm:prSet/>
      <dgm:spPr/>
      <dgm:t>
        <a:bodyPr/>
        <a:lstStyle/>
        <a:p>
          <a:endParaRPr lang="en-GB"/>
        </a:p>
      </dgm:t>
    </dgm:pt>
    <dgm:pt modelId="{524AB2FB-ECA2-4351-8FE2-81A08EE280EC}" type="sibTrans" cxnId="{71AAD5DB-A9BB-4739-AFCF-4CA380AD4E4D}">
      <dgm:prSet/>
      <dgm:spPr/>
      <dgm:t>
        <a:bodyPr/>
        <a:lstStyle/>
        <a:p>
          <a:endParaRPr lang="en-GB"/>
        </a:p>
      </dgm:t>
    </dgm:pt>
    <dgm:pt modelId="{10190135-C584-4A27-AFEE-FE1F44282671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4</a:t>
          </a:r>
        </a:p>
      </dgm:t>
    </dgm:pt>
    <dgm:pt modelId="{84350602-6DFD-4FF3-821A-D19FC8B1560D}" type="parTrans" cxnId="{B6CAA2B4-BB98-40EC-819B-A977BF18A394}">
      <dgm:prSet/>
      <dgm:spPr/>
      <dgm:t>
        <a:bodyPr/>
        <a:lstStyle/>
        <a:p>
          <a:endParaRPr lang="en-GB"/>
        </a:p>
      </dgm:t>
    </dgm:pt>
    <dgm:pt modelId="{1EB87184-2A7B-4135-94E6-38A0CB32F7A9}" type="sibTrans" cxnId="{B6CAA2B4-BB98-40EC-819B-A977BF18A394}">
      <dgm:prSet/>
      <dgm:spPr/>
      <dgm:t>
        <a:bodyPr/>
        <a:lstStyle/>
        <a:p>
          <a:endParaRPr lang="en-GB"/>
        </a:p>
      </dgm:t>
    </dgm:pt>
    <dgm:pt modelId="{C4307F0C-A17D-47EB-9E12-F998341E4729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5</a:t>
          </a:r>
        </a:p>
      </dgm:t>
    </dgm:pt>
    <dgm:pt modelId="{DBBEE5E2-F7E4-4D71-8952-754B79AAF186}" type="parTrans" cxnId="{B1456669-E33C-4AF4-BC4B-33BBF5DD99AA}">
      <dgm:prSet/>
      <dgm:spPr/>
      <dgm:t>
        <a:bodyPr/>
        <a:lstStyle/>
        <a:p>
          <a:endParaRPr lang="en-GB"/>
        </a:p>
      </dgm:t>
    </dgm:pt>
    <dgm:pt modelId="{DFACBFF3-7283-4DCB-AFFD-9F18D52D02EA}" type="sibTrans" cxnId="{B1456669-E33C-4AF4-BC4B-33BBF5DD99AA}">
      <dgm:prSet/>
      <dgm:spPr/>
      <dgm:t>
        <a:bodyPr/>
        <a:lstStyle/>
        <a:p>
          <a:endParaRPr lang="en-GB"/>
        </a:p>
      </dgm:t>
    </dgm:pt>
    <dgm:pt modelId="{280184BC-7205-4551-8969-D453E9F1ACBA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6</a:t>
          </a:r>
        </a:p>
      </dgm:t>
    </dgm:pt>
    <dgm:pt modelId="{F44E409F-D6CF-406A-B0A3-27A2A3993615}" type="parTrans" cxnId="{2F434110-DA8B-4A52-9114-9EC6835D6BA5}">
      <dgm:prSet/>
      <dgm:spPr/>
      <dgm:t>
        <a:bodyPr/>
        <a:lstStyle/>
        <a:p>
          <a:endParaRPr lang="en-GB"/>
        </a:p>
      </dgm:t>
    </dgm:pt>
    <dgm:pt modelId="{51CCE671-E98F-4F50-A519-8B1AA33ECED9}" type="sibTrans" cxnId="{2F434110-DA8B-4A52-9114-9EC6835D6BA5}">
      <dgm:prSet/>
      <dgm:spPr/>
      <dgm:t>
        <a:bodyPr/>
        <a:lstStyle/>
        <a:p>
          <a:endParaRPr lang="en-GB"/>
        </a:p>
      </dgm:t>
    </dgm:pt>
    <dgm:pt modelId="{07FFDE46-7DC8-45A6-9917-1633DE9E927C}">
      <dgm:prSet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7</a:t>
          </a:r>
        </a:p>
      </dgm:t>
    </dgm:pt>
    <dgm:pt modelId="{DDAC87D8-5C69-4666-8752-AE793A8433AB}" type="parTrans" cxnId="{72E19FE5-D8E1-46EB-8BFA-8D17DB3B9783}">
      <dgm:prSet/>
      <dgm:spPr/>
      <dgm:t>
        <a:bodyPr/>
        <a:lstStyle/>
        <a:p>
          <a:endParaRPr lang="en-GB"/>
        </a:p>
      </dgm:t>
    </dgm:pt>
    <dgm:pt modelId="{2F02BD42-3933-4A10-862E-8F18A9570D14}" type="sibTrans" cxnId="{72E19FE5-D8E1-46EB-8BFA-8D17DB3B9783}">
      <dgm:prSet/>
      <dgm:spPr/>
      <dgm:t>
        <a:bodyPr/>
        <a:lstStyle/>
        <a:p>
          <a:endParaRPr lang="en-GB"/>
        </a:p>
      </dgm:t>
    </dgm:pt>
    <dgm:pt modelId="{30558C1E-120B-419B-B745-5A25655733B1}">
      <dgm:prSet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8</a:t>
          </a:r>
        </a:p>
      </dgm:t>
    </dgm:pt>
    <dgm:pt modelId="{5EC94CE1-EA66-477C-90D1-6EF8960C881B}" type="parTrans" cxnId="{FE986431-606F-45D7-943B-CE55A902F22E}">
      <dgm:prSet/>
      <dgm:spPr/>
      <dgm:t>
        <a:bodyPr/>
        <a:lstStyle/>
        <a:p>
          <a:endParaRPr lang="en-GB"/>
        </a:p>
      </dgm:t>
    </dgm:pt>
    <dgm:pt modelId="{19207019-E95E-4CC9-A71D-08F9B645CC30}" type="sibTrans" cxnId="{FE986431-606F-45D7-943B-CE55A902F22E}">
      <dgm:prSet/>
      <dgm:spPr/>
      <dgm:t>
        <a:bodyPr/>
        <a:lstStyle/>
        <a:p>
          <a:endParaRPr lang="en-GB"/>
        </a:p>
      </dgm:t>
    </dgm:pt>
    <dgm:pt modelId="{16DC7F94-CAB4-4A5D-9EE4-2F08F3C70B78}">
      <dgm:prSet phldr="0"/>
      <dgm:spPr>
        <a:solidFill>
          <a:schemeClr val="bg1"/>
        </a:solidFill>
      </dgm:spPr>
      <dgm:t>
        <a:bodyPr/>
        <a:lstStyle/>
        <a:p>
          <a:endParaRPr lang="en-US" sz="2200">
            <a:latin typeface="Aptos Display" panose="02110004020202020204"/>
          </a:endParaRPr>
        </a:p>
      </dgm:t>
    </dgm:pt>
    <dgm:pt modelId="{2F30118B-13ED-46E5-90E9-CB50F783DACF}" type="parTrans" cxnId="{0BBFB3E5-ECC0-4DC2-BE30-71F87BF3D1C2}">
      <dgm:prSet/>
      <dgm:spPr/>
      <dgm:t>
        <a:bodyPr/>
        <a:lstStyle/>
        <a:p>
          <a:endParaRPr lang="en-GB"/>
        </a:p>
      </dgm:t>
    </dgm:pt>
    <dgm:pt modelId="{FFB7302F-6D8B-4A61-8237-7937B56F7EDA}" type="sibTrans" cxnId="{0BBFB3E5-ECC0-4DC2-BE30-71F87BF3D1C2}">
      <dgm:prSet/>
      <dgm:spPr/>
      <dgm:t>
        <a:bodyPr/>
        <a:lstStyle/>
        <a:p>
          <a:endParaRPr lang="en-GB"/>
        </a:p>
      </dgm:t>
    </dgm:pt>
    <dgm:pt modelId="{193FEFE1-A696-4068-A3BC-3B012FF74766}" type="pres">
      <dgm:prSet presAssocID="{1FDEC258-BC1F-4958-87A7-02A50EE69C4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4A1F058-183C-4526-BA77-0D134322CD1C}" type="pres">
      <dgm:prSet presAssocID="{8B29E5A1-E026-4996-A69D-60A4F4CF4D56}" presName="horFlow" presStyleCnt="0"/>
      <dgm:spPr/>
    </dgm:pt>
    <dgm:pt modelId="{8E7F26BC-09B6-4096-84DC-5C93F7E9BD96}" type="pres">
      <dgm:prSet presAssocID="{8B29E5A1-E026-4996-A69D-60A4F4CF4D56}" presName="bigChev" presStyleLbl="node1" presStyleIdx="0" presStyleCnt="3"/>
      <dgm:spPr/>
    </dgm:pt>
    <dgm:pt modelId="{FA0FC58F-8A37-41E2-A7E4-91BAA793C786}" type="pres">
      <dgm:prSet presAssocID="{CBCDA1BD-838D-4DA2-87B1-C114D3832A88}" presName="parTrans" presStyleCnt="0"/>
      <dgm:spPr/>
    </dgm:pt>
    <dgm:pt modelId="{168CE0EC-544B-4C5B-B69E-778F343297EF}" type="pres">
      <dgm:prSet presAssocID="{0F5C8C4E-C93F-43A1-9011-104F443D689C}" presName="node" presStyleLbl="alignAccFollowNode1" presStyleIdx="0" presStyleCnt="18">
        <dgm:presLayoutVars>
          <dgm:bulletEnabled val="1"/>
        </dgm:presLayoutVars>
      </dgm:prSet>
      <dgm:spPr/>
    </dgm:pt>
    <dgm:pt modelId="{36F716D9-0958-4AED-B953-3C0D1190B783}" type="pres">
      <dgm:prSet presAssocID="{A1FB3925-72FA-48C4-888D-4354FC0C828C}" presName="sibTrans" presStyleCnt="0"/>
      <dgm:spPr/>
    </dgm:pt>
    <dgm:pt modelId="{D144F525-4E65-420D-917B-325CE37FEA10}" type="pres">
      <dgm:prSet presAssocID="{72976ABE-8278-4FF0-A6D3-7521EA1DAD6E}" presName="node" presStyleLbl="alignAccFollowNode1" presStyleIdx="1" presStyleCnt="18">
        <dgm:presLayoutVars>
          <dgm:bulletEnabled val="1"/>
        </dgm:presLayoutVars>
      </dgm:prSet>
      <dgm:spPr/>
    </dgm:pt>
    <dgm:pt modelId="{FE1CD72C-3681-4B40-BCA5-BDEB6B8201FC}" type="pres">
      <dgm:prSet presAssocID="{1D24F93F-E67F-4AA5-8265-5083C502CC8E}" presName="sibTrans" presStyleCnt="0"/>
      <dgm:spPr/>
    </dgm:pt>
    <dgm:pt modelId="{806B1C47-1175-4FD3-80BA-43DA43DF3A00}" type="pres">
      <dgm:prSet presAssocID="{4F05F3A4-8810-4B6C-89D0-6B569EB8F35C}" presName="node" presStyleLbl="alignAccFollowNode1" presStyleIdx="2" presStyleCnt="18">
        <dgm:presLayoutVars>
          <dgm:bulletEnabled val="1"/>
        </dgm:presLayoutVars>
      </dgm:prSet>
      <dgm:spPr/>
    </dgm:pt>
    <dgm:pt modelId="{5653ACA8-ECF2-4D76-A9DA-5115001E8F19}" type="pres">
      <dgm:prSet presAssocID="{C6CC8010-77D2-4072-80DB-EA3F0E91DA15}" presName="sibTrans" presStyleCnt="0"/>
      <dgm:spPr/>
    </dgm:pt>
    <dgm:pt modelId="{BB048008-E446-48C8-A9DA-1E2B6F4D62F8}" type="pres">
      <dgm:prSet presAssocID="{8A51BE48-96CF-4DE4-B1F6-40CB84F7A3AF}" presName="node" presStyleLbl="alignAccFollowNode1" presStyleIdx="3" presStyleCnt="18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D8F1DAA1-2A36-4202-B007-02816D84300B}" type="pres">
      <dgm:prSet presAssocID="{BA8C2593-A07E-4F4A-9A56-1CC8F25789E2}" presName="sibTrans" presStyleCnt="0"/>
      <dgm:spPr/>
    </dgm:pt>
    <dgm:pt modelId="{64A61E5A-602A-451D-B43E-D1DD5AE2B131}" type="pres">
      <dgm:prSet presAssocID="{4A0F125F-40EB-46DC-9679-4D689C1ADA42}" presName="node" presStyleLbl="alignAccFollowNode1" presStyleIdx="4" presStyleCnt="18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6A416539-B6AA-4B78-9FB4-6406C0D0D76F}" type="pres">
      <dgm:prSet presAssocID="{B338CDDF-D3C6-4FBB-A825-E083734B8C5C}" presName="sibTrans" presStyleCnt="0"/>
      <dgm:spPr/>
    </dgm:pt>
    <dgm:pt modelId="{C69A67DF-BB13-4D40-BB61-588B231F6A20}" type="pres">
      <dgm:prSet presAssocID="{89F60725-CE2C-4E91-BF40-C0003A86F7CD}" presName="node" presStyleLbl="alignAccFollowNode1" presStyleIdx="5" presStyleCnt="18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175180D3-E0D2-4B2D-AA91-914CE1FCA89C}" type="pres">
      <dgm:prSet presAssocID="{E239381B-4898-4D4A-8E67-3A67DBB7BA87}" presName="sibTrans" presStyleCnt="0"/>
      <dgm:spPr/>
    </dgm:pt>
    <dgm:pt modelId="{21C4A0AC-6A06-49FD-A0B2-83823D24FE3A}" type="pres">
      <dgm:prSet presAssocID="{693771A2-F568-40C3-8ECF-915B5C96F9AF}" presName="node" presStyleLbl="alignAccFollowNode1" presStyleIdx="6" presStyleCnt="18">
        <dgm:presLayoutVars>
          <dgm:bulletEnabled val="1"/>
        </dgm:presLayoutVars>
      </dgm:prSet>
      <dgm:spPr/>
    </dgm:pt>
    <dgm:pt modelId="{9827EFB6-9951-415A-9904-15248CDF8045}" type="pres">
      <dgm:prSet presAssocID="{2452AF3B-E150-4328-9331-E0001D6B6614}" presName="sibTrans" presStyleCnt="0"/>
      <dgm:spPr/>
    </dgm:pt>
    <dgm:pt modelId="{9DAD6CA6-E009-4FE0-9EA9-E8BC0F37BF71}" type="pres">
      <dgm:prSet presAssocID="{4111E686-E8C9-462A-B20D-AAF8D6ACE8C3}" presName="node" presStyleLbl="alignAccFollowNode1" presStyleIdx="7" presStyleCnt="18">
        <dgm:presLayoutVars>
          <dgm:bulletEnabled val="1"/>
        </dgm:presLayoutVars>
      </dgm:prSet>
      <dgm:spPr/>
    </dgm:pt>
    <dgm:pt modelId="{70DB6480-69A4-46E1-ACB4-B9434E3143C1}" type="pres">
      <dgm:prSet presAssocID="{4CCB5EB2-13DD-4AA7-88B6-0905273AACA5}" presName="sibTrans" presStyleCnt="0"/>
      <dgm:spPr/>
    </dgm:pt>
    <dgm:pt modelId="{2410AE7B-0AEE-476A-AFE0-3F3DC942F3A3}" type="pres">
      <dgm:prSet presAssocID="{28999E96-986C-4375-A133-EF8A83320E22}" presName="node" presStyleLbl="alignAccFollowNode1" presStyleIdx="8" presStyleCnt="18">
        <dgm:presLayoutVars>
          <dgm:bulletEnabled val="1"/>
        </dgm:presLayoutVars>
      </dgm:prSet>
      <dgm:spPr/>
    </dgm:pt>
    <dgm:pt modelId="{C5492B60-88FE-4EA6-86F8-7C10121EC729}" type="pres">
      <dgm:prSet presAssocID="{8B29E5A1-E026-4996-A69D-60A4F4CF4D56}" presName="vSp" presStyleCnt="0"/>
      <dgm:spPr/>
    </dgm:pt>
    <dgm:pt modelId="{B089C354-A902-4E80-8CE8-9E02CBBD551D}" type="pres">
      <dgm:prSet presAssocID="{16DC7F94-CAB4-4A5D-9EE4-2F08F3C70B78}" presName="horFlow" presStyleCnt="0"/>
      <dgm:spPr/>
    </dgm:pt>
    <dgm:pt modelId="{EDE69B16-1538-46A8-ABC8-701AD05EC2B5}" type="pres">
      <dgm:prSet presAssocID="{16DC7F94-CAB4-4A5D-9EE4-2F08F3C70B78}" presName="bigChev" presStyleLbl="node1" presStyleIdx="1" presStyleCnt="3"/>
      <dgm:spPr/>
    </dgm:pt>
    <dgm:pt modelId="{4CFA5B75-05B7-4E28-BA5D-4FE68974F5CB}" type="pres">
      <dgm:prSet presAssocID="{16DC7F94-CAB4-4A5D-9EE4-2F08F3C70B78}" presName="vSp" presStyleCnt="0"/>
      <dgm:spPr/>
    </dgm:pt>
    <dgm:pt modelId="{B5E5221B-8728-471A-BB60-E9DF98DFA2DB}" type="pres">
      <dgm:prSet presAssocID="{AC583493-168E-4155-97BA-D942640096EE}" presName="horFlow" presStyleCnt="0"/>
      <dgm:spPr/>
    </dgm:pt>
    <dgm:pt modelId="{A3DEA4A3-74FF-4BC9-BCD0-B56DBE8674DE}" type="pres">
      <dgm:prSet presAssocID="{AC583493-168E-4155-97BA-D942640096EE}" presName="bigChev" presStyleLbl="node1" presStyleIdx="2" presStyleCnt="3"/>
      <dgm:spPr/>
    </dgm:pt>
    <dgm:pt modelId="{E51C8FE4-DA32-4E37-876C-F382C5F7C19F}" type="pres">
      <dgm:prSet presAssocID="{AC99849A-D193-4D2C-B10B-CB0D1CC516D2}" presName="parTrans" presStyleCnt="0"/>
      <dgm:spPr/>
    </dgm:pt>
    <dgm:pt modelId="{8B80E22C-0F2F-4061-832B-1D19C9C23333}" type="pres">
      <dgm:prSet presAssocID="{20A20686-8D3E-4CFC-AD07-39B90FA991F9}" presName="node" presStyleLbl="alignAccFollowNode1" presStyleIdx="9" presStyleCnt="18">
        <dgm:presLayoutVars>
          <dgm:bulletEnabled val="1"/>
        </dgm:presLayoutVars>
      </dgm:prSet>
      <dgm:spPr/>
    </dgm:pt>
    <dgm:pt modelId="{3B5F878E-AE13-489E-BF60-BF15735AE951}" type="pres">
      <dgm:prSet presAssocID="{65F081D7-1C38-4095-A99D-95D4D883BF8A}" presName="sibTrans" presStyleCnt="0"/>
      <dgm:spPr/>
    </dgm:pt>
    <dgm:pt modelId="{BD1E27AD-2505-4828-B6CD-AD79109BD9BE}" type="pres">
      <dgm:prSet presAssocID="{152A03E1-4C07-424D-9F54-17B70A9FDCA0}" presName="node" presStyleLbl="alignAccFollowNode1" presStyleIdx="10" presStyleCnt="18">
        <dgm:presLayoutVars>
          <dgm:bulletEnabled val="1"/>
        </dgm:presLayoutVars>
      </dgm:prSet>
      <dgm:spPr/>
    </dgm:pt>
    <dgm:pt modelId="{9F463EBC-C779-4BD2-BE3D-D944531A6BF6}" type="pres">
      <dgm:prSet presAssocID="{87512F6E-32B5-4217-B2F2-1DFEE3F35D0D}" presName="sibTrans" presStyleCnt="0"/>
      <dgm:spPr/>
    </dgm:pt>
    <dgm:pt modelId="{346FB1F5-B771-4540-B590-443F393962A6}" type="pres">
      <dgm:prSet presAssocID="{2032B279-26B1-4869-9167-6DF3F70C22B9}" presName="node" presStyleLbl="alignAccFollowNode1" presStyleIdx="11" presStyleCnt="18">
        <dgm:presLayoutVars>
          <dgm:bulletEnabled val="1"/>
        </dgm:presLayoutVars>
      </dgm:prSet>
      <dgm:spPr/>
    </dgm:pt>
    <dgm:pt modelId="{EBBE08E3-02B5-4728-967A-A6D0C31E5B44}" type="pres">
      <dgm:prSet presAssocID="{524AB2FB-ECA2-4351-8FE2-81A08EE280EC}" presName="sibTrans" presStyleCnt="0"/>
      <dgm:spPr/>
    </dgm:pt>
    <dgm:pt modelId="{87D403FE-3999-416B-91E8-00DF799DC28A}" type="pres">
      <dgm:prSet presAssocID="{10190135-C584-4A27-AFEE-FE1F44282671}" presName="node" presStyleLbl="alignAccFollowNode1" presStyleIdx="12" presStyleCnt="18">
        <dgm:presLayoutVars>
          <dgm:bulletEnabled val="1"/>
        </dgm:presLayoutVars>
      </dgm:prSet>
      <dgm:spPr/>
    </dgm:pt>
    <dgm:pt modelId="{E8B4DEDB-02CD-42AB-BB82-9BF7E568B964}" type="pres">
      <dgm:prSet presAssocID="{1EB87184-2A7B-4135-94E6-38A0CB32F7A9}" presName="sibTrans" presStyleCnt="0"/>
      <dgm:spPr/>
    </dgm:pt>
    <dgm:pt modelId="{B035D5D5-9614-423C-A235-ACD9DFDC44D7}" type="pres">
      <dgm:prSet presAssocID="{C4307F0C-A17D-47EB-9E12-F998341E4729}" presName="node" presStyleLbl="alignAccFollowNode1" presStyleIdx="13" presStyleCnt="18">
        <dgm:presLayoutVars>
          <dgm:bulletEnabled val="1"/>
        </dgm:presLayoutVars>
      </dgm:prSet>
      <dgm:spPr/>
    </dgm:pt>
    <dgm:pt modelId="{3A4BD79A-D9E6-44C5-9F8B-AB73B50C8432}" type="pres">
      <dgm:prSet presAssocID="{DFACBFF3-7283-4DCB-AFFD-9F18D52D02EA}" presName="sibTrans" presStyleCnt="0"/>
      <dgm:spPr/>
    </dgm:pt>
    <dgm:pt modelId="{1E4015A9-8D1C-4387-9923-4C52E8743344}" type="pres">
      <dgm:prSet presAssocID="{280184BC-7205-4551-8969-D453E9F1ACBA}" presName="node" presStyleLbl="alignAccFollowNode1" presStyleIdx="14" presStyleCnt="18">
        <dgm:presLayoutVars>
          <dgm:bulletEnabled val="1"/>
        </dgm:presLayoutVars>
      </dgm:prSet>
      <dgm:spPr/>
    </dgm:pt>
    <dgm:pt modelId="{15364FE1-AE19-4D8F-8F16-8B5360A96346}" type="pres">
      <dgm:prSet presAssocID="{51CCE671-E98F-4F50-A519-8B1AA33ECED9}" presName="sibTrans" presStyleCnt="0"/>
      <dgm:spPr/>
    </dgm:pt>
    <dgm:pt modelId="{BCA845DA-6CD5-4F65-9C99-4D0723C809CC}" type="pres">
      <dgm:prSet presAssocID="{07FFDE46-7DC8-45A6-9917-1633DE9E927C}" presName="node" presStyleLbl="alignAccFollowNode1" presStyleIdx="15" presStyleCnt="18">
        <dgm:presLayoutVars>
          <dgm:bulletEnabled val="1"/>
        </dgm:presLayoutVars>
      </dgm:prSet>
      <dgm:spPr/>
    </dgm:pt>
    <dgm:pt modelId="{4468DFAE-202E-43B7-8415-2DF634EFD703}" type="pres">
      <dgm:prSet presAssocID="{2F02BD42-3933-4A10-862E-8F18A9570D14}" presName="sibTrans" presStyleCnt="0"/>
      <dgm:spPr/>
    </dgm:pt>
    <dgm:pt modelId="{4C454A04-4FEE-4DB2-BF6E-AB5D7B452027}" type="pres">
      <dgm:prSet presAssocID="{30558C1E-120B-419B-B745-5A25655733B1}" presName="node" presStyleLbl="alignAccFollowNode1" presStyleIdx="16" presStyleCnt="18">
        <dgm:presLayoutVars>
          <dgm:bulletEnabled val="1"/>
        </dgm:presLayoutVars>
      </dgm:prSet>
      <dgm:spPr/>
    </dgm:pt>
    <dgm:pt modelId="{78AA5BC7-6480-42B0-8800-703FB0CB519B}" type="pres">
      <dgm:prSet presAssocID="{19207019-E95E-4CC9-A71D-08F9B645CC30}" presName="sibTrans" presStyleCnt="0"/>
      <dgm:spPr/>
    </dgm:pt>
    <dgm:pt modelId="{D2869BB3-DA80-48C5-89E4-92701D5EE938}" type="pres">
      <dgm:prSet presAssocID="{26CEBC07-7243-47D5-B4F7-D5C3CE484B26}" presName="node" presStyleLbl="alignAccFollowNode1" presStyleIdx="17" presStyleCnt="18">
        <dgm:presLayoutVars>
          <dgm:bulletEnabled val="1"/>
        </dgm:presLayoutVars>
      </dgm:prSet>
      <dgm:spPr/>
    </dgm:pt>
  </dgm:ptLst>
  <dgm:cxnLst>
    <dgm:cxn modelId="{2F434110-DA8B-4A52-9114-9EC6835D6BA5}" srcId="{AC583493-168E-4155-97BA-D942640096EE}" destId="{280184BC-7205-4551-8969-D453E9F1ACBA}" srcOrd="5" destOrd="0" parTransId="{F44E409F-D6CF-406A-B0A3-27A2A3993615}" sibTransId="{51CCE671-E98F-4F50-A519-8B1AA33ECED9}"/>
    <dgm:cxn modelId="{58B3E31D-5108-4068-8429-362A4E8B7B19}" srcId="{8B29E5A1-E026-4996-A69D-60A4F4CF4D56}" destId="{89F60725-CE2C-4E91-BF40-C0003A86F7CD}" srcOrd="5" destOrd="0" parTransId="{6F9F0350-3D6F-4542-A6BA-EC9B9B2412D7}" sibTransId="{E239381B-4898-4D4A-8E67-3A67DBB7BA87}"/>
    <dgm:cxn modelId="{15D88027-D768-4C85-8384-9107F2657C62}" type="presOf" srcId="{2032B279-26B1-4869-9167-6DF3F70C22B9}" destId="{346FB1F5-B771-4540-B590-443F393962A6}" srcOrd="0" destOrd="0" presId="urn:microsoft.com/office/officeart/2005/8/layout/lProcess3"/>
    <dgm:cxn modelId="{6DD63628-381E-47B9-BE67-33847A4F943B}" srcId="{8B29E5A1-E026-4996-A69D-60A4F4CF4D56}" destId="{28999E96-986C-4375-A133-EF8A83320E22}" srcOrd="8" destOrd="0" parTransId="{14927609-5FB7-46FA-A31C-73DC0CA16E61}" sibTransId="{F33DC2E0-EF27-48FE-96C2-39B2D421926A}"/>
    <dgm:cxn modelId="{FE986431-606F-45D7-943B-CE55A902F22E}" srcId="{AC583493-168E-4155-97BA-D942640096EE}" destId="{30558C1E-120B-419B-B745-5A25655733B1}" srcOrd="7" destOrd="0" parTransId="{5EC94CE1-EA66-477C-90D1-6EF8960C881B}" sibTransId="{19207019-E95E-4CC9-A71D-08F9B645CC30}"/>
    <dgm:cxn modelId="{87175034-FBFD-4569-A332-32E0500F2E33}" srcId="{1FDEC258-BC1F-4958-87A7-02A50EE69C4C}" destId="{8B29E5A1-E026-4996-A69D-60A4F4CF4D56}" srcOrd="0" destOrd="0" parTransId="{5BB95B5F-2828-4241-ADC3-98F87A141B23}" sibTransId="{7F752946-97E5-42EB-926F-43573E581EB0}"/>
    <dgm:cxn modelId="{688CEA34-0AE2-426D-96D3-BFE29B234048}" type="presOf" srcId="{4111E686-E8C9-462A-B20D-AAF8D6ACE8C3}" destId="{9DAD6CA6-E009-4FE0-9EA9-E8BC0F37BF71}" srcOrd="0" destOrd="0" presId="urn:microsoft.com/office/officeart/2005/8/layout/lProcess3"/>
    <dgm:cxn modelId="{AF0FEC34-6171-4EB2-BCEE-D0DF045E1868}" type="presOf" srcId="{4F05F3A4-8810-4B6C-89D0-6B569EB8F35C}" destId="{806B1C47-1175-4FD3-80BA-43DA43DF3A00}" srcOrd="0" destOrd="0" presId="urn:microsoft.com/office/officeart/2005/8/layout/lProcess3"/>
    <dgm:cxn modelId="{20333235-DB95-4B2D-AD5D-9FF9E29FACA8}" srcId="{8B29E5A1-E026-4996-A69D-60A4F4CF4D56}" destId="{4F05F3A4-8810-4B6C-89D0-6B569EB8F35C}" srcOrd="2" destOrd="0" parTransId="{1F206578-8627-46A1-AF49-20E4E7CD9F55}" sibTransId="{C6CC8010-77D2-4072-80DB-EA3F0E91DA15}"/>
    <dgm:cxn modelId="{EFE22238-4E12-4C8A-B46C-1357FE88A88B}" type="presOf" srcId="{693771A2-F568-40C3-8ECF-915B5C96F9AF}" destId="{21C4A0AC-6A06-49FD-A0B2-83823D24FE3A}" srcOrd="0" destOrd="0" presId="urn:microsoft.com/office/officeart/2005/8/layout/lProcess3"/>
    <dgm:cxn modelId="{09A62042-72ED-4AA3-BE29-EBCC625D4622}" srcId="{1FDEC258-BC1F-4958-87A7-02A50EE69C4C}" destId="{AC583493-168E-4155-97BA-D942640096EE}" srcOrd="2" destOrd="0" parTransId="{7107815C-89EF-4A79-B0D2-2FF79A5C075B}" sibTransId="{3D101C23-9194-49CB-A60E-8C3E1AF94A12}"/>
    <dgm:cxn modelId="{B1456669-E33C-4AF4-BC4B-33BBF5DD99AA}" srcId="{AC583493-168E-4155-97BA-D942640096EE}" destId="{C4307F0C-A17D-47EB-9E12-F998341E4729}" srcOrd="4" destOrd="0" parTransId="{DBBEE5E2-F7E4-4D71-8952-754B79AAF186}" sibTransId="{DFACBFF3-7283-4DCB-AFFD-9F18D52D02EA}"/>
    <dgm:cxn modelId="{C492E74A-3D93-4142-8D95-9F204F9899AF}" type="presOf" srcId="{8B29E5A1-E026-4996-A69D-60A4F4CF4D56}" destId="{8E7F26BC-09B6-4096-84DC-5C93F7E9BD96}" srcOrd="0" destOrd="0" presId="urn:microsoft.com/office/officeart/2005/8/layout/lProcess3"/>
    <dgm:cxn modelId="{20DBCB6B-88EC-4A3C-94FA-519CE5802136}" srcId="{8B29E5A1-E026-4996-A69D-60A4F4CF4D56}" destId="{4A0F125F-40EB-46DC-9679-4D689C1ADA42}" srcOrd="4" destOrd="0" parTransId="{29F0BFDA-A89A-44BE-9309-2DAE66905BDF}" sibTransId="{B338CDDF-D3C6-4FBB-A825-E083734B8C5C}"/>
    <dgm:cxn modelId="{5DD14070-8FE1-4C22-8EF3-AD4FD4D56B90}" type="presOf" srcId="{1FDEC258-BC1F-4958-87A7-02A50EE69C4C}" destId="{193FEFE1-A696-4068-A3BC-3B012FF74766}" srcOrd="0" destOrd="0" presId="urn:microsoft.com/office/officeart/2005/8/layout/lProcess3"/>
    <dgm:cxn modelId="{91033F77-68F1-47E2-B78A-0C7DC8D2457E}" type="presOf" srcId="{07FFDE46-7DC8-45A6-9917-1633DE9E927C}" destId="{BCA845DA-6CD5-4F65-9C99-4D0723C809CC}" srcOrd="0" destOrd="0" presId="urn:microsoft.com/office/officeart/2005/8/layout/lProcess3"/>
    <dgm:cxn modelId="{8CE49759-CC16-422C-BD00-BD1B890D9494}" type="presOf" srcId="{C4307F0C-A17D-47EB-9E12-F998341E4729}" destId="{B035D5D5-9614-423C-A235-ACD9DFDC44D7}" srcOrd="0" destOrd="0" presId="urn:microsoft.com/office/officeart/2005/8/layout/lProcess3"/>
    <dgm:cxn modelId="{FF3F475A-D6E3-44A0-93A4-4EBCF808A73D}" srcId="{AC583493-168E-4155-97BA-D942640096EE}" destId="{26CEBC07-7243-47D5-B4F7-D5C3CE484B26}" srcOrd="8" destOrd="0" parTransId="{0690192E-A20C-48B0-9906-83BFFB99B9A0}" sibTransId="{0CC39FD9-789F-45C1-868F-98D665E9212B}"/>
    <dgm:cxn modelId="{68AA197B-0F4B-43B3-9957-4B74C613C9BE}" type="presOf" srcId="{26CEBC07-7243-47D5-B4F7-D5C3CE484B26}" destId="{D2869BB3-DA80-48C5-89E4-92701D5EE938}" srcOrd="0" destOrd="0" presId="urn:microsoft.com/office/officeart/2005/8/layout/lProcess3"/>
    <dgm:cxn modelId="{52F5477E-D128-409A-8E8C-5C2EFCE25188}" srcId="{8B29E5A1-E026-4996-A69D-60A4F4CF4D56}" destId="{4111E686-E8C9-462A-B20D-AAF8D6ACE8C3}" srcOrd="7" destOrd="0" parTransId="{F6678C4E-1207-490C-B384-AA8B790DEFB8}" sibTransId="{4CCB5EB2-13DD-4AA7-88B6-0905273AACA5}"/>
    <dgm:cxn modelId="{7A52D381-AC83-4E34-ACDA-1ED5F03D60AA}" type="presOf" srcId="{20A20686-8D3E-4CFC-AD07-39B90FA991F9}" destId="{8B80E22C-0F2F-4061-832B-1D19C9C23333}" srcOrd="0" destOrd="0" presId="urn:microsoft.com/office/officeart/2005/8/layout/lProcess3"/>
    <dgm:cxn modelId="{EDC9D589-7D10-4021-8ED3-D2EB2DBF7CA2}" srcId="{8B29E5A1-E026-4996-A69D-60A4F4CF4D56}" destId="{8A51BE48-96CF-4DE4-B1F6-40CB84F7A3AF}" srcOrd="3" destOrd="0" parTransId="{DAADA634-615A-4251-A1FA-D3FCAD669992}" sibTransId="{BA8C2593-A07E-4F4A-9A56-1CC8F25789E2}"/>
    <dgm:cxn modelId="{A2EBC495-C16D-42DF-AA83-5BBE27313474}" type="presOf" srcId="{0F5C8C4E-C93F-43A1-9011-104F443D689C}" destId="{168CE0EC-544B-4C5B-B69E-778F343297EF}" srcOrd="0" destOrd="0" presId="urn:microsoft.com/office/officeart/2005/8/layout/lProcess3"/>
    <dgm:cxn modelId="{D51C8D9B-913A-46F5-9816-61B7A8F52A69}" type="presOf" srcId="{280184BC-7205-4551-8969-D453E9F1ACBA}" destId="{1E4015A9-8D1C-4387-9923-4C52E8743344}" srcOrd="0" destOrd="0" presId="urn:microsoft.com/office/officeart/2005/8/layout/lProcess3"/>
    <dgm:cxn modelId="{478AC89F-979B-49FC-9C45-CCF2A74FF95C}" type="presOf" srcId="{AC583493-168E-4155-97BA-D942640096EE}" destId="{A3DEA4A3-74FF-4BC9-BCD0-B56DBE8674DE}" srcOrd="0" destOrd="0" presId="urn:microsoft.com/office/officeart/2005/8/layout/lProcess3"/>
    <dgm:cxn modelId="{635C54A5-0D3F-45E1-8406-33C2C1EF1413}" type="presOf" srcId="{4A0F125F-40EB-46DC-9679-4D689C1ADA42}" destId="{64A61E5A-602A-451D-B43E-D1DD5AE2B131}" srcOrd="0" destOrd="0" presId="urn:microsoft.com/office/officeart/2005/8/layout/lProcess3"/>
    <dgm:cxn modelId="{D29C6BB3-F897-408E-B432-52AE468E3E1D}" type="presOf" srcId="{72976ABE-8278-4FF0-A6D3-7521EA1DAD6E}" destId="{D144F525-4E65-420D-917B-325CE37FEA10}" srcOrd="0" destOrd="0" presId="urn:microsoft.com/office/officeart/2005/8/layout/lProcess3"/>
    <dgm:cxn modelId="{82A478B3-7B67-4534-BB4C-6CB6C3042056}" srcId="{AC583493-168E-4155-97BA-D942640096EE}" destId="{20A20686-8D3E-4CFC-AD07-39B90FA991F9}" srcOrd="0" destOrd="0" parTransId="{AC99849A-D193-4D2C-B10B-CB0D1CC516D2}" sibTransId="{65F081D7-1C38-4095-A99D-95D4D883BF8A}"/>
    <dgm:cxn modelId="{B6CAA2B4-BB98-40EC-819B-A977BF18A394}" srcId="{AC583493-168E-4155-97BA-D942640096EE}" destId="{10190135-C584-4A27-AFEE-FE1F44282671}" srcOrd="3" destOrd="0" parTransId="{84350602-6DFD-4FF3-821A-D19FC8B1560D}" sibTransId="{1EB87184-2A7B-4135-94E6-38A0CB32F7A9}"/>
    <dgm:cxn modelId="{72335DC9-54D3-4497-80F9-6118A162C67B}" type="presOf" srcId="{8A51BE48-96CF-4DE4-B1F6-40CB84F7A3AF}" destId="{BB048008-E446-48C8-A9DA-1E2B6F4D62F8}" srcOrd="0" destOrd="0" presId="urn:microsoft.com/office/officeart/2005/8/layout/lProcess3"/>
    <dgm:cxn modelId="{EFE83FD6-F503-4239-AB29-D7C41590BEDB}" type="presOf" srcId="{152A03E1-4C07-424D-9F54-17B70A9FDCA0}" destId="{BD1E27AD-2505-4828-B6CD-AD79109BD9BE}" srcOrd="0" destOrd="0" presId="urn:microsoft.com/office/officeart/2005/8/layout/lProcess3"/>
    <dgm:cxn modelId="{2AD698D6-B06A-4A7C-AFED-6487178D61F3}" srcId="{8B29E5A1-E026-4996-A69D-60A4F4CF4D56}" destId="{72976ABE-8278-4FF0-A6D3-7521EA1DAD6E}" srcOrd="1" destOrd="0" parTransId="{C06787F2-3A6A-49DC-A0B7-DCF69CFF618E}" sibTransId="{1D24F93F-E67F-4AA5-8265-5083C502CC8E}"/>
    <dgm:cxn modelId="{71AAD5DB-A9BB-4739-AFCF-4CA380AD4E4D}" srcId="{AC583493-168E-4155-97BA-D942640096EE}" destId="{2032B279-26B1-4869-9167-6DF3F70C22B9}" srcOrd="2" destOrd="0" parTransId="{B0F8B5D5-D039-405B-90CC-35CA5FDDCCC6}" sibTransId="{524AB2FB-ECA2-4351-8FE2-81A08EE280EC}"/>
    <dgm:cxn modelId="{605E9BE0-31C0-4D1A-825A-B1975F4AF233}" type="presOf" srcId="{89F60725-CE2C-4E91-BF40-C0003A86F7CD}" destId="{C69A67DF-BB13-4D40-BB61-588B231F6A20}" srcOrd="0" destOrd="0" presId="urn:microsoft.com/office/officeart/2005/8/layout/lProcess3"/>
    <dgm:cxn modelId="{F3A695E4-A073-4F7A-BA67-8F8DC856B865}" type="presOf" srcId="{16DC7F94-CAB4-4A5D-9EE4-2F08F3C70B78}" destId="{EDE69B16-1538-46A8-ABC8-701AD05EC2B5}" srcOrd="0" destOrd="0" presId="urn:microsoft.com/office/officeart/2005/8/layout/lProcess3"/>
    <dgm:cxn modelId="{72E19FE5-D8E1-46EB-8BFA-8D17DB3B9783}" srcId="{AC583493-168E-4155-97BA-D942640096EE}" destId="{07FFDE46-7DC8-45A6-9917-1633DE9E927C}" srcOrd="6" destOrd="0" parTransId="{DDAC87D8-5C69-4666-8752-AE793A8433AB}" sibTransId="{2F02BD42-3933-4A10-862E-8F18A9570D14}"/>
    <dgm:cxn modelId="{0BBFB3E5-ECC0-4DC2-BE30-71F87BF3D1C2}" srcId="{1FDEC258-BC1F-4958-87A7-02A50EE69C4C}" destId="{16DC7F94-CAB4-4A5D-9EE4-2F08F3C70B78}" srcOrd="1" destOrd="0" parTransId="{2F30118B-13ED-46E5-90E9-CB50F783DACF}" sibTransId="{FFB7302F-6D8B-4A61-8237-7937B56F7EDA}"/>
    <dgm:cxn modelId="{F811E7E6-9645-4983-B0F2-57589AB6372C}" type="presOf" srcId="{28999E96-986C-4375-A133-EF8A83320E22}" destId="{2410AE7B-0AEE-476A-AFE0-3F3DC942F3A3}" srcOrd="0" destOrd="0" presId="urn:microsoft.com/office/officeart/2005/8/layout/lProcess3"/>
    <dgm:cxn modelId="{D069DBEB-F67B-4356-8AB9-B40B1E0C837D}" srcId="{8B29E5A1-E026-4996-A69D-60A4F4CF4D56}" destId="{693771A2-F568-40C3-8ECF-915B5C96F9AF}" srcOrd="6" destOrd="0" parTransId="{79C508BB-F6CF-4864-AA45-3C6FD9AAEC4D}" sibTransId="{2452AF3B-E150-4328-9331-E0001D6B6614}"/>
    <dgm:cxn modelId="{B88C0DEE-1638-4FA3-8FA1-DFF1E63461B3}" type="presOf" srcId="{10190135-C584-4A27-AFEE-FE1F44282671}" destId="{87D403FE-3999-416B-91E8-00DF799DC28A}" srcOrd="0" destOrd="0" presId="urn:microsoft.com/office/officeart/2005/8/layout/lProcess3"/>
    <dgm:cxn modelId="{F87490EF-D5EB-47DD-AA00-DAA21B487F67}" srcId="{AC583493-168E-4155-97BA-D942640096EE}" destId="{152A03E1-4C07-424D-9F54-17B70A9FDCA0}" srcOrd="1" destOrd="0" parTransId="{DD7D7D16-FE8B-43B2-9887-D8571CD6F238}" sibTransId="{87512F6E-32B5-4217-B2F2-1DFEE3F35D0D}"/>
    <dgm:cxn modelId="{C097B9F0-7EE8-4C9A-9694-B626B73AEDB5}" type="presOf" srcId="{30558C1E-120B-419B-B745-5A25655733B1}" destId="{4C454A04-4FEE-4DB2-BF6E-AB5D7B452027}" srcOrd="0" destOrd="0" presId="urn:microsoft.com/office/officeart/2005/8/layout/lProcess3"/>
    <dgm:cxn modelId="{FB4B74F2-1F5D-4B31-B70A-24FB157DEFF0}" srcId="{8B29E5A1-E026-4996-A69D-60A4F4CF4D56}" destId="{0F5C8C4E-C93F-43A1-9011-104F443D689C}" srcOrd="0" destOrd="0" parTransId="{CBCDA1BD-838D-4DA2-87B1-C114D3832A88}" sibTransId="{A1FB3925-72FA-48C4-888D-4354FC0C828C}"/>
    <dgm:cxn modelId="{F6A8C2CC-43D8-42A5-A9BB-30B244E34CAB}" type="presParOf" srcId="{193FEFE1-A696-4068-A3BC-3B012FF74766}" destId="{64A1F058-183C-4526-BA77-0D134322CD1C}" srcOrd="0" destOrd="0" presId="urn:microsoft.com/office/officeart/2005/8/layout/lProcess3"/>
    <dgm:cxn modelId="{EBA1EF99-1FF4-4334-96DF-CE6ADD626598}" type="presParOf" srcId="{64A1F058-183C-4526-BA77-0D134322CD1C}" destId="{8E7F26BC-09B6-4096-84DC-5C93F7E9BD96}" srcOrd="0" destOrd="0" presId="urn:microsoft.com/office/officeart/2005/8/layout/lProcess3"/>
    <dgm:cxn modelId="{C5758B65-3229-48F5-8608-CEE11BCAB8D2}" type="presParOf" srcId="{64A1F058-183C-4526-BA77-0D134322CD1C}" destId="{FA0FC58F-8A37-41E2-A7E4-91BAA793C786}" srcOrd="1" destOrd="0" presId="urn:microsoft.com/office/officeart/2005/8/layout/lProcess3"/>
    <dgm:cxn modelId="{699C223F-22BB-468E-9D9B-FC02906FA744}" type="presParOf" srcId="{64A1F058-183C-4526-BA77-0D134322CD1C}" destId="{168CE0EC-544B-4C5B-B69E-778F343297EF}" srcOrd="2" destOrd="0" presId="urn:microsoft.com/office/officeart/2005/8/layout/lProcess3"/>
    <dgm:cxn modelId="{7E28129B-7A40-475D-BEA2-8B1BB4DA2869}" type="presParOf" srcId="{64A1F058-183C-4526-BA77-0D134322CD1C}" destId="{36F716D9-0958-4AED-B953-3C0D1190B783}" srcOrd="3" destOrd="0" presId="urn:microsoft.com/office/officeart/2005/8/layout/lProcess3"/>
    <dgm:cxn modelId="{D46AF274-166C-45C0-AA81-4965BDD58774}" type="presParOf" srcId="{64A1F058-183C-4526-BA77-0D134322CD1C}" destId="{D144F525-4E65-420D-917B-325CE37FEA10}" srcOrd="4" destOrd="0" presId="urn:microsoft.com/office/officeart/2005/8/layout/lProcess3"/>
    <dgm:cxn modelId="{9734FEA8-6C2A-4FE7-893C-456A8B40A0FA}" type="presParOf" srcId="{64A1F058-183C-4526-BA77-0D134322CD1C}" destId="{FE1CD72C-3681-4B40-BCA5-BDEB6B8201FC}" srcOrd="5" destOrd="0" presId="urn:microsoft.com/office/officeart/2005/8/layout/lProcess3"/>
    <dgm:cxn modelId="{CCFE8807-8903-4F60-AE9D-EDA882D69E7F}" type="presParOf" srcId="{64A1F058-183C-4526-BA77-0D134322CD1C}" destId="{806B1C47-1175-4FD3-80BA-43DA43DF3A00}" srcOrd="6" destOrd="0" presId="urn:microsoft.com/office/officeart/2005/8/layout/lProcess3"/>
    <dgm:cxn modelId="{E44CE7DE-3BB9-4AA7-9625-2CE9601C34AB}" type="presParOf" srcId="{64A1F058-183C-4526-BA77-0D134322CD1C}" destId="{5653ACA8-ECF2-4D76-A9DA-5115001E8F19}" srcOrd="7" destOrd="0" presId="urn:microsoft.com/office/officeart/2005/8/layout/lProcess3"/>
    <dgm:cxn modelId="{E03385CF-3FBC-486D-9DFB-5A77546224D6}" type="presParOf" srcId="{64A1F058-183C-4526-BA77-0D134322CD1C}" destId="{BB048008-E446-48C8-A9DA-1E2B6F4D62F8}" srcOrd="8" destOrd="0" presId="urn:microsoft.com/office/officeart/2005/8/layout/lProcess3"/>
    <dgm:cxn modelId="{496341B0-2E14-4688-BE76-4760C4943EAC}" type="presParOf" srcId="{64A1F058-183C-4526-BA77-0D134322CD1C}" destId="{D8F1DAA1-2A36-4202-B007-02816D84300B}" srcOrd="9" destOrd="0" presId="urn:microsoft.com/office/officeart/2005/8/layout/lProcess3"/>
    <dgm:cxn modelId="{93533C48-7F3F-4B9A-9EB1-CE1F5311C5E5}" type="presParOf" srcId="{64A1F058-183C-4526-BA77-0D134322CD1C}" destId="{64A61E5A-602A-451D-B43E-D1DD5AE2B131}" srcOrd="10" destOrd="0" presId="urn:microsoft.com/office/officeart/2005/8/layout/lProcess3"/>
    <dgm:cxn modelId="{8BDD56CB-B969-4C08-8C10-C6950D8F63DE}" type="presParOf" srcId="{64A1F058-183C-4526-BA77-0D134322CD1C}" destId="{6A416539-B6AA-4B78-9FB4-6406C0D0D76F}" srcOrd="11" destOrd="0" presId="urn:microsoft.com/office/officeart/2005/8/layout/lProcess3"/>
    <dgm:cxn modelId="{BF82F426-8587-4906-B4D5-4C3A10EC5C22}" type="presParOf" srcId="{64A1F058-183C-4526-BA77-0D134322CD1C}" destId="{C69A67DF-BB13-4D40-BB61-588B231F6A20}" srcOrd="12" destOrd="0" presId="urn:microsoft.com/office/officeart/2005/8/layout/lProcess3"/>
    <dgm:cxn modelId="{60139DB1-5CE4-4B16-BA6F-D5562A6336D4}" type="presParOf" srcId="{64A1F058-183C-4526-BA77-0D134322CD1C}" destId="{175180D3-E0D2-4B2D-AA91-914CE1FCA89C}" srcOrd="13" destOrd="0" presId="urn:microsoft.com/office/officeart/2005/8/layout/lProcess3"/>
    <dgm:cxn modelId="{5FEC981E-CC30-4D77-98C8-2FCA27B76E1B}" type="presParOf" srcId="{64A1F058-183C-4526-BA77-0D134322CD1C}" destId="{21C4A0AC-6A06-49FD-A0B2-83823D24FE3A}" srcOrd="14" destOrd="0" presId="urn:microsoft.com/office/officeart/2005/8/layout/lProcess3"/>
    <dgm:cxn modelId="{B8B953DC-2ED3-4553-881C-49A226CD3957}" type="presParOf" srcId="{64A1F058-183C-4526-BA77-0D134322CD1C}" destId="{9827EFB6-9951-415A-9904-15248CDF8045}" srcOrd="15" destOrd="0" presId="urn:microsoft.com/office/officeart/2005/8/layout/lProcess3"/>
    <dgm:cxn modelId="{CFB1E259-F369-4EF1-A7F0-EE5754CC5714}" type="presParOf" srcId="{64A1F058-183C-4526-BA77-0D134322CD1C}" destId="{9DAD6CA6-E009-4FE0-9EA9-E8BC0F37BF71}" srcOrd="16" destOrd="0" presId="urn:microsoft.com/office/officeart/2005/8/layout/lProcess3"/>
    <dgm:cxn modelId="{77441FBB-17E8-4CAF-A4F8-F9747D0F39AC}" type="presParOf" srcId="{64A1F058-183C-4526-BA77-0D134322CD1C}" destId="{70DB6480-69A4-46E1-ACB4-B9434E3143C1}" srcOrd="17" destOrd="0" presId="urn:microsoft.com/office/officeart/2005/8/layout/lProcess3"/>
    <dgm:cxn modelId="{9F775A7F-7D4F-423A-BE64-FC236B2FA53B}" type="presParOf" srcId="{64A1F058-183C-4526-BA77-0D134322CD1C}" destId="{2410AE7B-0AEE-476A-AFE0-3F3DC942F3A3}" srcOrd="18" destOrd="0" presId="urn:microsoft.com/office/officeart/2005/8/layout/lProcess3"/>
    <dgm:cxn modelId="{59DDF96E-1BA8-46DC-8142-66CA3594AEFB}" type="presParOf" srcId="{193FEFE1-A696-4068-A3BC-3B012FF74766}" destId="{C5492B60-88FE-4EA6-86F8-7C10121EC729}" srcOrd="1" destOrd="0" presId="urn:microsoft.com/office/officeart/2005/8/layout/lProcess3"/>
    <dgm:cxn modelId="{9F67DBB3-155D-4519-B77A-220B4F430F85}" type="presParOf" srcId="{193FEFE1-A696-4068-A3BC-3B012FF74766}" destId="{B089C354-A902-4E80-8CE8-9E02CBBD551D}" srcOrd="2" destOrd="0" presId="urn:microsoft.com/office/officeart/2005/8/layout/lProcess3"/>
    <dgm:cxn modelId="{08128823-3689-496C-96FD-2324EDA619D8}" type="presParOf" srcId="{B089C354-A902-4E80-8CE8-9E02CBBD551D}" destId="{EDE69B16-1538-46A8-ABC8-701AD05EC2B5}" srcOrd="0" destOrd="0" presId="urn:microsoft.com/office/officeart/2005/8/layout/lProcess3"/>
    <dgm:cxn modelId="{D452B282-E0CB-485F-B0C9-54F8CB4C9634}" type="presParOf" srcId="{193FEFE1-A696-4068-A3BC-3B012FF74766}" destId="{4CFA5B75-05B7-4E28-BA5D-4FE68974F5CB}" srcOrd="3" destOrd="0" presId="urn:microsoft.com/office/officeart/2005/8/layout/lProcess3"/>
    <dgm:cxn modelId="{6BA53090-EDCC-4A5B-816A-BDCFCB979DB0}" type="presParOf" srcId="{193FEFE1-A696-4068-A3BC-3B012FF74766}" destId="{B5E5221B-8728-471A-BB60-E9DF98DFA2DB}" srcOrd="4" destOrd="0" presId="urn:microsoft.com/office/officeart/2005/8/layout/lProcess3"/>
    <dgm:cxn modelId="{4ECA1906-6D3A-4535-95A4-3E3D0F26EF89}" type="presParOf" srcId="{B5E5221B-8728-471A-BB60-E9DF98DFA2DB}" destId="{A3DEA4A3-74FF-4BC9-BCD0-B56DBE8674DE}" srcOrd="0" destOrd="0" presId="urn:microsoft.com/office/officeart/2005/8/layout/lProcess3"/>
    <dgm:cxn modelId="{879640FF-4B1F-470C-A9C2-FE1B3A9493CB}" type="presParOf" srcId="{B5E5221B-8728-471A-BB60-E9DF98DFA2DB}" destId="{E51C8FE4-DA32-4E37-876C-F382C5F7C19F}" srcOrd="1" destOrd="0" presId="urn:microsoft.com/office/officeart/2005/8/layout/lProcess3"/>
    <dgm:cxn modelId="{04A97CDD-0F52-46D1-A4BD-77DEFAB0A725}" type="presParOf" srcId="{B5E5221B-8728-471A-BB60-E9DF98DFA2DB}" destId="{8B80E22C-0F2F-4061-832B-1D19C9C23333}" srcOrd="2" destOrd="0" presId="urn:microsoft.com/office/officeart/2005/8/layout/lProcess3"/>
    <dgm:cxn modelId="{F16D4930-E5FD-43AB-9DC3-65BC8BA344F8}" type="presParOf" srcId="{B5E5221B-8728-471A-BB60-E9DF98DFA2DB}" destId="{3B5F878E-AE13-489E-BF60-BF15735AE951}" srcOrd="3" destOrd="0" presId="urn:microsoft.com/office/officeart/2005/8/layout/lProcess3"/>
    <dgm:cxn modelId="{F394FE60-CD50-4FE4-89E0-F9C7A4E503FA}" type="presParOf" srcId="{B5E5221B-8728-471A-BB60-E9DF98DFA2DB}" destId="{BD1E27AD-2505-4828-B6CD-AD79109BD9BE}" srcOrd="4" destOrd="0" presId="urn:microsoft.com/office/officeart/2005/8/layout/lProcess3"/>
    <dgm:cxn modelId="{E282F57B-77AC-40AF-8094-62C0C20CE193}" type="presParOf" srcId="{B5E5221B-8728-471A-BB60-E9DF98DFA2DB}" destId="{9F463EBC-C779-4BD2-BE3D-D944531A6BF6}" srcOrd="5" destOrd="0" presId="urn:microsoft.com/office/officeart/2005/8/layout/lProcess3"/>
    <dgm:cxn modelId="{944C52F0-FEB2-4766-8D67-3FE6E92D5F97}" type="presParOf" srcId="{B5E5221B-8728-471A-BB60-E9DF98DFA2DB}" destId="{346FB1F5-B771-4540-B590-443F393962A6}" srcOrd="6" destOrd="0" presId="urn:microsoft.com/office/officeart/2005/8/layout/lProcess3"/>
    <dgm:cxn modelId="{D08C99EA-97F6-41C2-9E26-4477B851A4C8}" type="presParOf" srcId="{B5E5221B-8728-471A-BB60-E9DF98DFA2DB}" destId="{EBBE08E3-02B5-4728-967A-A6D0C31E5B44}" srcOrd="7" destOrd="0" presId="urn:microsoft.com/office/officeart/2005/8/layout/lProcess3"/>
    <dgm:cxn modelId="{B9FE2B66-AC4D-46B9-BD9B-FF56F0C1C21E}" type="presParOf" srcId="{B5E5221B-8728-471A-BB60-E9DF98DFA2DB}" destId="{87D403FE-3999-416B-91E8-00DF799DC28A}" srcOrd="8" destOrd="0" presId="urn:microsoft.com/office/officeart/2005/8/layout/lProcess3"/>
    <dgm:cxn modelId="{B86EFC2D-A97F-493D-8534-0526B8C425EB}" type="presParOf" srcId="{B5E5221B-8728-471A-BB60-E9DF98DFA2DB}" destId="{E8B4DEDB-02CD-42AB-BB82-9BF7E568B964}" srcOrd="9" destOrd="0" presId="urn:microsoft.com/office/officeart/2005/8/layout/lProcess3"/>
    <dgm:cxn modelId="{F1742689-67EF-4D05-A546-9775EF8D0ADC}" type="presParOf" srcId="{B5E5221B-8728-471A-BB60-E9DF98DFA2DB}" destId="{B035D5D5-9614-423C-A235-ACD9DFDC44D7}" srcOrd="10" destOrd="0" presId="urn:microsoft.com/office/officeart/2005/8/layout/lProcess3"/>
    <dgm:cxn modelId="{15470832-F422-4053-A279-3155C990FD6F}" type="presParOf" srcId="{B5E5221B-8728-471A-BB60-E9DF98DFA2DB}" destId="{3A4BD79A-D9E6-44C5-9F8B-AB73B50C8432}" srcOrd="11" destOrd="0" presId="urn:microsoft.com/office/officeart/2005/8/layout/lProcess3"/>
    <dgm:cxn modelId="{377A6D20-186D-43CD-B6BD-7CCE4EF92247}" type="presParOf" srcId="{B5E5221B-8728-471A-BB60-E9DF98DFA2DB}" destId="{1E4015A9-8D1C-4387-9923-4C52E8743344}" srcOrd="12" destOrd="0" presId="urn:microsoft.com/office/officeart/2005/8/layout/lProcess3"/>
    <dgm:cxn modelId="{1D9A6678-04A3-4753-8CEF-3C0DEDEA8F91}" type="presParOf" srcId="{B5E5221B-8728-471A-BB60-E9DF98DFA2DB}" destId="{15364FE1-AE19-4D8F-8F16-8B5360A96346}" srcOrd="13" destOrd="0" presId="urn:microsoft.com/office/officeart/2005/8/layout/lProcess3"/>
    <dgm:cxn modelId="{6A240469-D780-4CBA-89EF-ACE779529C45}" type="presParOf" srcId="{B5E5221B-8728-471A-BB60-E9DF98DFA2DB}" destId="{BCA845DA-6CD5-4F65-9C99-4D0723C809CC}" srcOrd="14" destOrd="0" presId="urn:microsoft.com/office/officeart/2005/8/layout/lProcess3"/>
    <dgm:cxn modelId="{38184514-1E82-40D1-BC90-9ACA93263A6E}" type="presParOf" srcId="{B5E5221B-8728-471A-BB60-E9DF98DFA2DB}" destId="{4468DFAE-202E-43B7-8415-2DF634EFD703}" srcOrd="15" destOrd="0" presId="urn:microsoft.com/office/officeart/2005/8/layout/lProcess3"/>
    <dgm:cxn modelId="{E877F0DD-E69F-4476-A38A-09032D43C0EE}" type="presParOf" srcId="{B5E5221B-8728-471A-BB60-E9DF98DFA2DB}" destId="{4C454A04-4FEE-4DB2-BF6E-AB5D7B452027}" srcOrd="16" destOrd="0" presId="urn:microsoft.com/office/officeart/2005/8/layout/lProcess3"/>
    <dgm:cxn modelId="{DEDBA93F-2B7A-45AC-A6F0-ABC0B915468C}" type="presParOf" srcId="{B5E5221B-8728-471A-BB60-E9DF98DFA2DB}" destId="{78AA5BC7-6480-42B0-8800-703FB0CB519B}" srcOrd="17" destOrd="0" presId="urn:microsoft.com/office/officeart/2005/8/layout/lProcess3"/>
    <dgm:cxn modelId="{52FA93B5-A958-4B8E-A5B2-4D967C3FAB73}" type="presParOf" srcId="{B5E5221B-8728-471A-BB60-E9DF98DFA2DB}" destId="{D2869BB3-DA80-48C5-89E4-92701D5EE938}" srcOrd="1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DEC258-BC1F-4958-87A7-02A50EE69C4C}" type="doc">
      <dgm:prSet loTypeId="urn:microsoft.com/office/officeart/2005/8/layout/lProcess3" loCatId="process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8B29E5A1-E026-4996-A69D-60A4F4CF4D56}">
      <dgm:prSet phldrT="[Text]" phldr="0" custT="1"/>
      <dgm:spPr/>
      <dgm:t>
        <a:bodyPr/>
        <a:lstStyle/>
        <a:p>
          <a:pPr rtl="0"/>
          <a:r>
            <a:rPr lang="en-US" sz="1600" b="1">
              <a:latin typeface="Aptos Display" panose="02110004020202020204"/>
            </a:rPr>
            <a:t>TRL </a:t>
          </a:r>
          <a:endParaRPr lang="en-US" sz="1600" b="1"/>
        </a:p>
      </dgm:t>
    </dgm:pt>
    <dgm:pt modelId="{5BB95B5F-2828-4241-ADC3-98F87A141B23}" type="parTrans" cxnId="{87175034-FBFD-4569-A332-32E0500F2E33}">
      <dgm:prSet/>
      <dgm:spPr/>
      <dgm:t>
        <a:bodyPr/>
        <a:lstStyle/>
        <a:p>
          <a:endParaRPr lang="en-US"/>
        </a:p>
      </dgm:t>
    </dgm:pt>
    <dgm:pt modelId="{7F752946-97E5-42EB-926F-43573E581EB0}" type="sibTrans" cxnId="{87175034-FBFD-4569-A332-32E0500F2E33}">
      <dgm:prSet/>
      <dgm:spPr/>
      <dgm:t>
        <a:bodyPr/>
        <a:lstStyle/>
        <a:p>
          <a:endParaRPr lang="en-US"/>
        </a:p>
      </dgm:t>
    </dgm:pt>
    <dgm:pt modelId="{0F5C8C4E-C93F-43A1-9011-104F443D689C}">
      <dgm:prSet phldrT="[Text]" phldr="0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1</a:t>
          </a:r>
          <a:endParaRPr lang="en-US" sz="1600"/>
        </a:p>
      </dgm:t>
    </dgm:pt>
    <dgm:pt modelId="{CBCDA1BD-838D-4DA2-87B1-C114D3832A88}" type="parTrans" cxnId="{FB4B74F2-1F5D-4B31-B70A-24FB157DEFF0}">
      <dgm:prSet/>
      <dgm:spPr/>
      <dgm:t>
        <a:bodyPr/>
        <a:lstStyle/>
        <a:p>
          <a:endParaRPr lang="en-US"/>
        </a:p>
      </dgm:t>
    </dgm:pt>
    <dgm:pt modelId="{A1FB3925-72FA-48C4-888D-4354FC0C828C}" type="sibTrans" cxnId="{FB4B74F2-1F5D-4B31-B70A-24FB157DEFF0}">
      <dgm:prSet/>
      <dgm:spPr/>
      <dgm:t>
        <a:bodyPr/>
        <a:lstStyle/>
        <a:p>
          <a:endParaRPr lang="en-US"/>
        </a:p>
      </dgm:t>
    </dgm:pt>
    <dgm:pt modelId="{4F05F3A4-8810-4B6C-89D0-6B569EB8F35C}">
      <dgm:prSet phldrT="[Text]" phldr="0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3</a:t>
          </a:r>
          <a:endParaRPr lang="en-US" sz="1600"/>
        </a:p>
      </dgm:t>
    </dgm:pt>
    <dgm:pt modelId="{1F206578-8627-46A1-AF49-20E4E7CD9F55}" type="parTrans" cxnId="{20333235-DB95-4B2D-AD5D-9FF9E29FACA8}">
      <dgm:prSet/>
      <dgm:spPr/>
      <dgm:t>
        <a:bodyPr/>
        <a:lstStyle/>
        <a:p>
          <a:endParaRPr lang="en-US"/>
        </a:p>
      </dgm:t>
    </dgm:pt>
    <dgm:pt modelId="{C6CC8010-77D2-4072-80DB-EA3F0E91DA15}" type="sibTrans" cxnId="{20333235-DB95-4B2D-AD5D-9FF9E29FACA8}">
      <dgm:prSet/>
      <dgm:spPr/>
      <dgm:t>
        <a:bodyPr/>
        <a:lstStyle/>
        <a:p>
          <a:endParaRPr lang="en-US"/>
        </a:p>
      </dgm:t>
    </dgm:pt>
    <dgm:pt modelId="{AC583493-168E-4155-97BA-D942640096EE}">
      <dgm:prSet phldrT="[Text]" phldr="0" custT="1"/>
      <dgm:spPr>
        <a:solidFill>
          <a:schemeClr val="accent2"/>
        </a:solidFill>
      </dgm:spPr>
      <dgm:t>
        <a:bodyPr/>
        <a:lstStyle/>
        <a:p>
          <a:r>
            <a:rPr lang="en-US" sz="1600" b="1">
              <a:latin typeface="Aptos Display" panose="02110004020202020204"/>
            </a:rPr>
            <a:t>SRL</a:t>
          </a:r>
          <a:endParaRPr lang="en-US" sz="1600" b="1"/>
        </a:p>
      </dgm:t>
    </dgm:pt>
    <dgm:pt modelId="{7107815C-89EF-4A79-B0D2-2FF79A5C075B}" type="parTrans" cxnId="{09A62042-72ED-4AA3-BE29-EBCC625D4622}">
      <dgm:prSet/>
      <dgm:spPr/>
      <dgm:t>
        <a:bodyPr/>
        <a:lstStyle/>
        <a:p>
          <a:endParaRPr lang="en-US"/>
        </a:p>
      </dgm:t>
    </dgm:pt>
    <dgm:pt modelId="{3D101C23-9194-49CB-A60E-8C3E1AF94A12}" type="sibTrans" cxnId="{09A62042-72ED-4AA3-BE29-EBCC625D4622}">
      <dgm:prSet/>
      <dgm:spPr/>
      <dgm:t>
        <a:bodyPr/>
        <a:lstStyle/>
        <a:p>
          <a:endParaRPr lang="en-US"/>
        </a:p>
      </dgm:t>
    </dgm:pt>
    <dgm:pt modelId="{26CEBC07-7243-47D5-B4F7-D5C3CE484B26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9</a:t>
          </a:r>
          <a:endParaRPr lang="en-US" sz="1600">
            <a:latin typeface="Aptos Display"/>
          </a:endParaRPr>
        </a:p>
      </dgm:t>
    </dgm:pt>
    <dgm:pt modelId="{0690192E-A20C-48B0-9906-83BFFB99B9A0}" type="parTrans" cxnId="{FF3F475A-D6E3-44A0-93A4-4EBCF808A73D}">
      <dgm:prSet/>
      <dgm:spPr/>
      <dgm:t>
        <a:bodyPr/>
        <a:lstStyle/>
        <a:p>
          <a:endParaRPr lang="en-US"/>
        </a:p>
      </dgm:t>
    </dgm:pt>
    <dgm:pt modelId="{0CC39FD9-789F-45C1-868F-98D665E9212B}" type="sibTrans" cxnId="{FF3F475A-D6E3-44A0-93A4-4EBCF808A73D}">
      <dgm:prSet/>
      <dgm:spPr/>
      <dgm:t>
        <a:bodyPr/>
        <a:lstStyle/>
        <a:p>
          <a:endParaRPr lang="en-US"/>
        </a:p>
      </dgm:t>
    </dgm:pt>
    <dgm:pt modelId="{72976ABE-8278-4FF0-A6D3-7521EA1DAD6E}">
      <dgm:prSet phldr="0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2</a:t>
          </a:r>
        </a:p>
      </dgm:t>
    </dgm:pt>
    <dgm:pt modelId="{C06787F2-3A6A-49DC-A0B7-DCF69CFF618E}" type="parTrans" cxnId="{2AD698D6-B06A-4A7C-AFED-6487178D61F3}">
      <dgm:prSet/>
      <dgm:spPr/>
      <dgm:t>
        <a:bodyPr/>
        <a:lstStyle/>
        <a:p>
          <a:endParaRPr lang="en-GB"/>
        </a:p>
      </dgm:t>
    </dgm:pt>
    <dgm:pt modelId="{1D24F93F-E67F-4AA5-8265-5083C502CC8E}" type="sibTrans" cxnId="{2AD698D6-B06A-4A7C-AFED-6487178D61F3}">
      <dgm:prSet/>
      <dgm:spPr/>
      <dgm:t>
        <a:bodyPr/>
        <a:lstStyle/>
        <a:p>
          <a:endParaRPr lang="en-GB"/>
        </a:p>
      </dgm:t>
    </dgm:pt>
    <dgm:pt modelId="{8A51BE48-96CF-4DE4-B1F6-40CB84F7A3AF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4</a:t>
          </a:r>
        </a:p>
      </dgm:t>
    </dgm:pt>
    <dgm:pt modelId="{DAADA634-615A-4251-A1FA-D3FCAD669992}" type="parTrans" cxnId="{EDC9D589-7D10-4021-8ED3-D2EB2DBF7CA2}">
      <dgm:prSet/>
      <dgm:spPr/>
      <dgm:t>
        <a:bodyPr/>
        <a:lstStyle/>
        <a:p>
          <a:endParaRPr lang="en-GB"/>
        </a:p>
      </dgm:t>
    </dgm:pt>
    <dgm:pt modelId="{BA8C2593-A07E-4F4A-9A56-1CC8F25789E2}" type="sibTrans" cxnId="{EDC9D589-7D10-4021-8ED3-D2EB2DBF7CA2}">
      <dgm:prSet/>
      <dgm:spPr/>
      <dgm:t>
        <a:bodyPr/>
        <a:lstStyle/>
        <a:p>
          <a:endParaRPr lang="en-GB"/>
        </a:p>
      </dgm:t>
    </dgm:pt>
    <dgm:pt modelId="{693771A2-F568-40C3-8ECF-915B5C96F9AF}">
      <dgm:prSet phldr="0" custT="1"/>
      <dgm:spPr>
        <a:solidFill>
          <a:schemeClr val="accent6"/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7</a:t>
          </a:r>
        </a:p>
      </dgm:t>
    </dgm:pt>
    <dgm:pt modelId="{79C508BB-F6CF-4864-AA45-3C6FD9AAEC4D}" type="parTrans" cxnId="{D069DBEB-F67B-4356-8AB9-B40B1E0C837D}">
      <dgm:prSet/>
      <dgm:spPr/>
      <dgm:t>
        <a:bodyPr/>
        <a:lstStyle/>
        <a:p>
          <a:endParaRPr lang="en-GB"/>
        </a:p>
      </dgm:t>
    </dgm:pt>
    <dgm:pt modelId="{2452AF3B-E150-4328-9331-E0001D6B6614}" type="sibTrans" cxnId="{D069DBEB-F67B-4356-8AB9-B40B1E0C837D}">
      <dgm:prSet/>
      <dgm:spPr/>
      <dgm:t>
        <a:bodyPr/>
        <a:lstStyle/>
        <a:p>
          <a:endParaRPr lang="en-GB"/>
        </a:p>
      </dgm:t>
    </dgm:pt>
    <dgm:pt modelId="{4A0F125F-40EB-46DC-9679-4D689C1ADA42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sz="1600">
              <a:latin typeface="Aptos Display" panose="02110004020202020204"/>
            </a:rPr>
            <a:t>5</a:t>
          </a:r>
        </a:p>
      </dgm:t>
    </dgm:pt>
    <dgm:pt modelId="{29F0BFDA-A89A-44BE-9309-2DAE66905BDF}" type="parTrans" cxnId="{20DBCB6B-88EC-4A3C-94FA-519CE5802136}">
      <dgm:prSet/>
      <dgm:spPr/>
      <dgm:t>
        <a:bodyPr/>
        <a:lstStyle/>
        <a:p>
          <a:endParaRPr lang="en-GB"/>
        </a:p>
      </dgm:t>
    </dgm:pt>
    <dgm:pt modelId="{B338CDDF-D3C6-4FBB-A825-E083734B8C5C}" type="sibTrans" cxnId="{20DBCB6B-88EC-4A3C-94FA-519CE5802136}">
      <dgm:prSet/>
      <dgm:spPr/>
      <dgm:t>
        <a:bodyPr/>
        <a:lstStyle/>
        <a:p>
          <a:endParaRPr lang="en-GB"/>
        </a:p>
      </dgm:t>
    </dgm:pt>
    <dgm:pt modelId="{89F60725-CE2C-4E91-BF40-C0003A86F7CD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6</a:t>
          </a:r>
        </a:p>
      </dgm:t>
    </dgm:pt>
    <dgm:pt modelId="{6F9F0350-3D6F-4542-A6BA-EC9B9B2412D7}" type="parTrans" cxnId="{58B3E31D-5108-4068-8429-362A4E8B7B19}">
      <dgm:prSet/>
      <dgm:spPr/>
      <dgm:t>
        <a:bodyPr/>
        <a:lstStyle/>
        <a:p>
          <a:endParaRPr lang="en-GB"/>
        </a:p>
      </dgm:t>
    </dgm:pt>
    <dgm:pt modelId="{E239381B-4898-4D4A-8E67-3A67DBB7BA87}" type="sibTrans" cxnId="{58B3E31D-5108-4068-8429-362A4E8B7B19}">
      <dgm:prSet/>
      <dgm:spPr/>
      <dgm:t>
        <a:bodyPr/>
        <a:lstStyle/>
        <a:p>
          <a:endParaRPr lang="en-GB"/>
        </a:p>
      </dgm:t>
    </dgm:pt>
    <dgm:pt modelId="{4111E686-E8C9-462A-B20D-AAF8D6ACE8C3}">
      <dgm:prSet phldr="0" custT="1"/>
      <dgm:spPr>
        <a:solidFill>
          <a:schemeClr val="accent6"/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8</a:t>
          </a:r>
        </a:p>
      </dgm:t>
    </dgm:pt>
    <dgm:pt modelId="{F6678C4E-1207-490C-B384-AA8B790DEFB8}" type="parTrans" cxnId="{52F5477E-D128-409A-8E8C-5C2EFCE25188}">
      <dgm:prSet/>
      <dgm:spPr/>
      <dgm:t>
        <a:bodyPr/>
        <a:lstStyle/>
        <a:p>
          <a:endParaRPr lang="en-GB"/>
        </a:p>
      </dgm:t>
    </dgm:pt>
    <dgm:pt modelId="{4CCB5EB2-13DD-4AA7-88B6-0905273AACA5}" type="sibTrans" cxnId="{52F5477E-D128-409A-8E8C-5C2EFCE25188}">
      <dgm:prSet/>
      <dgm:spPr/>
      <dgm:t>
        <a:bodyPr/>
        <a:lstStyle/>
        <a:p>
          <a:endParaRPr lang="en-GB"/>
        </a:p>
      </dgm:t>
    </dgm:pt>
    <dgm:pt modelId="{28999E96-986C-4375-A133-EF8A83320E22}">
      <dgm:prSet phldr="0" custT="1"/>
      <dgm:spPr>
        <a:solidFill>
          <a:schemeClr val="accent6"/>
        </a:solidFill>
      </dgm:spPr>
      <dgm:t>
        <a:bodyPr/>
        <a:lstStyle/>
        <a:p>
          <a:r>
            <a:rPr lang="en-US" sz="1600">
              <a:latin typeface="Aptos Display" panose="02110004020202020204"/>
            </a:rPr>
            <a:t>9</a:t>
          </a:r>
        </a:p>
      </dgm:t>
    </dgm:pt>
    <dgm:pt modelId="{14927609-5FB7-46FA-A31C-73DC0CA16E61}" type="parTrans" cxnId="{6DD63628-381E-47B9-BE67-33847A4F943B}">
      <dgm:prSet/>
      <dgm:spPr/>
      <dgm:t>
        <a:bodyPr/>
        <a:lstStyle/>
        <a:p>
          <a:endParaRPr lang="en-GB"/>
        </a:p>
      </dgm:t>
    </dgm:pt>
    <dgm:pt modelId="{F33DC2E0-EF27-48FE-96C2-39B2D421926A}" type="sibTrans" cxnId="{6DD63628-381E-47B9-BE67-33847A4F943B}">
      <dgm:prSet/>
      <dgm:spPr/>
      <dgm:t>
        <a:bodyPr/>
        <a:lstStyle/>
        <a:p>
          <a:endParaRPr lang="en-GB"/>
        </a:p>
      </dgm:t>
    </dgm:pt>
    <dgm:pt modelId="{20A20686-8D3E-4CFC-AD07-39B90FA991F9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sz="1600">
              <a:latin typeface="Aptos Display"/>
              <a:ea typeface="Calibri"/>
              <a:cs typeface="Calibri"/>
            </a:rPr>
            <a:t>1</a:t>
          </a:r>
        </a:p>
      </dgm:t>
    </dgm:pt>
    <dgm:pt modelId="{AC99849A-D193-4D2C-B10B-CB0D1CC516D2}" type="parTrans" cxnId="{82A478B3-7B67-4534-BB4C-6CB6C3042056}">
      <dgm:prSet/>
      <dgm:spPr/>
      <dgm:t>
        <a:bodyPr/>
        <a:lstStyle/>
        <a:p>
          <a:endParaRPr lang="en-GB"/>
        </a:p>
      </dgm:t>
    </dgm:pt>
    <dgm:pt modelId="{65F081D7-1C38-4095-A99D-95D4D883BF8A}" type="sibTrans" cxnId="{82A478B3-7B67-4534-BB4C-6CB6C3042056}">
      <dgm:prSet/>
      <dgm:spPr/>
      <dgm:t>
        <a:bodyPr/>
        <a:lstStyle/>
        <a:p>
          <a:endParaRPr lang="en-GB"/>
        </a:p>
      </dgm:t>
    </dgm:pt>
    <dgm:pt modelId="{152A03E1-4C07-424D-9F54-17B70A9FDCA0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2</a:t>
          </a:r>
        </a:p>
      </dgm:t>
    </dgm:pt>
    <dgm:pt modelId="{DD7D7D16-FE8B-43B2-9887-D8571CD6F238}" type="parTrans" cxnId="{F87490EF-D5EB-47DD-AA00-DAA21B487F67}">
      <dgm:prSet/>
      <dgm:spPr/>
      <dgm:t>
        <a:bodyPr/>
        <a:lstStyle/>
        <a:p>
          <a:endParaRPr lang="en-GB"/>
        </a:p>
      </dgm:t>
    </dgm:pt>
    <dgm:pt modelId="{87512F6E-32B5-4217-B2F2-1DFEE3F35D0D}" type="sibTrans" cxnId="{F87490EF-D5EB-47DD-AA00-DAA21B487F67}">
      <dgm:prSet/>
      <dgm:spPr/>
      <dgm:t>
        <a:bodyPr/>
        <a:lstStyle/>
        <a:p>
          <a:endParaRPr lang="en-GB"/>
        </a:p>
      </dgm:t>
    </dgm:pt>
    <dgm:pt modelId="{2032B279-26B1-4869-9167-6DF3F70C22B9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3</a:t>
          </a:r>
        </a:p>
      </dgm:t>
    </dgm:pt>
    <dgm:pt modelId="{B0F8B5D5-D039-405B-90CC-35CA5FDDCCC6}" type="parTrans" cxnId="{71AAD5DB-A9BB-4739-AFCF-4CA380AD4E4D}">
      <dgm:prSet/>
      <dgm:spPr/>
      <dgm:t>
        <a:bodyPr/>
        <a:lstStyle/>
        <a:p>
          <a:endParaRPr lang="en-GB"/>
        </a:p>
      </dgm:t>
    </dgm:pt>
    <dgm:pt modelId="{524AB2FB-ECA2-4351-8FE2-81A08EE280EC}" type="sibTrans" cxnId="{71AAD5DB-A9BB-4739-AFCF-4CA380AD4E4D}">
      <dgm:prSet/>
      <dgm:spPr/>
      <dgm:t>
        <a:bodyPr/>
        <a:lstStyle/>
        <a:p>
          <a:endParaRPr lang="en-GB"/>
        </a:p>
      </dgm:t>
    </dgm:pt>
    <dgm:pt modelId="{10190135-C584-4A27-AFEE-FE1F44282671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4</a:t>
          </a:r>
        </a:p>
      </dgm:t>
    </dgm:pt>
    <dgm:pt modelId="{84350602-6DFD-4FF3-821A-D19FC8B1560D}" type="parTrans" cxnId="{B6CAA2B4-BB98-40EC-819B-A977BF18A394}">
      <dgm:prSet/>
      <dgm:spPr/>
      <dgm:t>
        <a:bodyPr/>
        <a:lstStyle/>
        <a:p>
          <a:endParaRPr lang="en-GB"/>
        </a:p>
      </dgm:t>
    </dgm:pt>
    <dgm:pt modelId="{1EB87184-2A7B-4135-94E6-38A0CB32F7A9}" type="sibTrans" cxnId="{B6CAA2B4-BB98-40EC-819B-A977BF18A394}">
      <dgm:prSet/>
      <dgm:spPr/>
      <dgm:t>
        <a:bodyPr/>
        <a:lstStyle/>
        <a:p>
          <a:endParaRPr lang="en-GB"/>
        </a:p>
      </dgm:t>
    </dgm:pt>
    <dgm:pt modelId="{C4307F0C-A17D-47EB-9E12-F998341E4729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5</a:t>
          </a:r>
        </a:p>
      </dgm:t>
    </dgm:pt>
    <dgm:pt modelId="{DBBEE5E2-F7E4-4D71-8952-754B79AAF186}" type="parTrans" cxnId="{B1456669-E33C-4AF4-BC4B-33BBF5DD99AA}">
      <dgm:prSet/>
      <dgm:spPr/>
      <dgm:t>
        <a:bodyPr/>
        <a:lstStyle/>
        <a:p>
          <a:endParaRPr lang="en-GB"/>
        </a:p>
      </dgm:t>
    </dgm:pt>
    <dgm:pt modelId="{DFACBFF3-7283-4DCB-AFFD-9F18D52D02EA}" type="sibTrans" cxnId="{B1456669-E33C-4AF4-BC4B-33BBF5DD99AA}">
      <dgm:prSet/>
      <dgm:spPr/>
      <dgm:t>
        <a:bodyPr/>
        <a:lstStyle/>
        <a:p>
          <a:endParaRPr lang="en-GB"/>
        </a:p>
      </dgm:t>
    </dgm:pt>
    <dgm:pt modelId="{280184BC-7205-4551-8969-D453E9F1ACBA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6</a:t>
          </a:r>
        </a:p>
      </dgm:t>
    </dgm:pt>
    <dgm:pt modelId="{F44E409F-D6CF-406A-B0A3-27A2A3993615}" type="parTrans" cxnId="{2F434110-DA8B-4A52-9114-9EC6835D6BA5}">
      <dgm:prSet/>
      <dgm:spPr/>
      <dgm:t>
        <a:bodyPr/>
        <a:lstStyle/>
        <a:p>
          <a:endParaRPr lang="en-GB"/>
        </a:p>
      </dgm:t>
    </dgm:pt>
    <dgm:pt modelId="{51CCE671-E98F-4F50-A519-8B1AA33ECED9}" type="sibTrans" cxnId="{2F434110-DA8B-4A52-9114-9EC6835D6BA5}">
      <dgm:prSet/>
      <dgm:spPr/>
      <dgm:t>
        <a:bodyPr/>
        <a:lstStyle/>
        <a:p>
          <a:endParaRPr lang="en-GB"/>
        </a:p>
      </dgm:t>
    </dgm:pt>
    <dgm:pt modelId="{07FFDE46-7DC8-45A6-9917-1633DE9E927C}">
      <dgm:prSet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7</a:t>
          </a:r>
        </a:p>
      </dgm:t>
    </dgm:pt>
    <dgm:pt modelId="{DDAC87D8-5C69-4666-8752-AE793A8433AB}" type="parTrans" cxnId="{72E19FE5-D8E1-46EB-8BFA-8D17DB3B9783}">
      <dgm:prSet/>
      <dgm:spPr/>
      <dgm:t>
        <a:bodyPr/>
        <a:lstStyle/>
        <a:p>
          <a:endParaRPr lang="en-GB"/>
        </a:p>
      </dgm:t>
    </dgm:pt>
    <dgm:pt modelId="{2F02BD42-3933-4A10-862E-8F18A9570D14}" type="sibTrans" cxnId="{72E19FE5-D8E1-46EB-8BFA-8D17DB3B9783}">
      <dgm:prSet/>
      <dgm:spPr/>
      <dgm:t>
        <a:bodyPr/>
        <a:lstStyle/>
        <a:p>
          <a:endParaRPr lang="en-GB"/>
        </a:p>
      </dgm:t>
    </dgm:pt>
    <dgm:pt modelId="{30558C1E-120B-419B-B745-5A25655733B1}">
      <dgm:prSet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8</a:t>
          </a:r>
        </a:p>
      </dgm:t>
    </dgm:pt>
    <dgm:pt modelId="{5EC94CE1-EA66-477C-90D1-6EF8960C881B}" type="parTrans" cxnId="{FE986431-606F-45D7-943B-CE55A902F22E}">
      <dgm:prSet/>
      <dgm:spPr/>
      <dgm:t>
        <a:bodyPr/>
        <a:lstStyle/>
        <a:p>
          <a:endParaRPr lang="en-GB"/>
        </a:p>
      </dgm:t>
    </dgm:pt>
    <dgm:pt modelId="{19207019-E95E-4CC9-A71D-08F9B645CC30}" type="sibTrans" cxnId="{FE986431-606F-45D7-943B-CE55A902F22E}">
      <dgm:prSet/>
      <dgm:spPr/>
      <dgm:t>
        <a:bodyPr/>
        <a:lstStyle/>
        <a:p>
          <a:endParaRPr lang="en-GB"/>
        </a:p>
      </dgm:t>
    </dgm:pt>
    <dgm:pt modelId="{16DC7F94-CAB4-4A5D-9EE4-2F08F3C70B78}">
      <dgm:prSet phldr="0"/>
      <dgm:spPr>
        <a:solidFill>
          <a:schemeClr val="bg1"/>
        </a:solidFill>
      </dgm:spPr>
      <dgm:t>
        <a:bodyPr/>
        <a:lstStyle/>
        <a:p>
          <a:endParaRPr lang="en-US" sz="2200">
            <a:latin typeface="Aptos Display" panose="02110004020202020204"/>
          </a:endParaRPr>
        </a:p>
      </dgm:t>
    </dgm:pt>
    <dgm:pt modelId="{2F30118B-13ED-46E5-90E9-CB50F783DACF}" type="parTrans" cxnId="{0BBFB3E5-ECC0-4DC2-BE30-71F87BF3D1C2}">
      <dgm:prSet/>
      <dgm:spPr/>
      <dgm:t>
        <a:bodyPr/>
        <a:lstStyle/>
        <a:p>
          <a:endParaRPr lang="en-GB"/>
        </a:p>
      </dgm:t>
    </dgm:pt>
    <dgm:pt modelId="{FFB7302F-6D8B-4A61-8237-7937B56F7EDA}" type="sibTrans" cxnId="{0BBFB3E5-ECC0-4DC2-BE30-71F87BF3D1C2}">
      <dgm:prSet/>
      <dgm:spPr/>
      <dgm:t>
        <a:bodyPr/>
        <a:lstStyle/>
        <a:p>
          <a:endParaRPr lang="en-GB"/>
        </a:p>
      </dgm:t>
    </dgm:pt>
    <dgm:pt modelId="{193FEFE1-A696-4068-A3BC-3B012FF74766}" type="pres">
      <dgm:prSet presAssocID="{1FDEC258-BC1F-4958-87A7-02A50EE69C4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4A1F058-183C-4526-BA77-0D134322CD1C}" type="pres">
      <dgm:prSet presAssocID="{8B29E5A1-E026-4996-A69D-60A4F4CF4D56}" presName="horFlow" presStyleCnt="0"/>
      <dgm:spPr/>
    </dgm:pt>
    <dgm:pt modelId="{8E7F26BC-09B6-4096-84DC-5C93F7E9BD96}" type="pres">
      <dgm:prSet presAssocID="{8B29E5A1-E026-4996-A69D-60A4F4CF4D56}" presName="bigChev" presStyleLbl="node1" presStyleIdx="0" presStyleCnt="3"/>
      <dgm:spPr/>
    </dgm:pt>
    <dgm:pt modelId="{FA0FC58F-8A37-41E2-A7E4-91BAA793C786}" type="pres">
      <dgm:prSet presAssocID="{CBCDA1BD-838D-4DA2-87B1-C114D3832A88}" presName="parTrans" presStyleCnt="0"/>
      <dgm:spPr/>
    </dgm:pt>
    <dgm:pt modelId="{168CE0EC-544B-4C5B-B69E-778F343297EF}" type="pres">
      <dgm:prSet presAssocID="{0F5C8C4E-C93F-43A1-9011-104F443D689C}" presName="node" presStyleLbl="alignAccFollowNode1" presStyleIdx="0" presStyleCnt="18">
        <dgm:presLayoutVars>
          <dgm:bulletEnabled val="1"/>
        </dgm:presLayoutVars>
      </dgm:prSet>
      <dgm:spPr/>
    </dgm:pt>
    <dgm:pt modelId="{36F716D9-0958-4AED-B953-3C0D1190B783}" type="pres">
      <dgm:prSet presAssocID="{A1FB3925-72FA-48C4-888D-4354FC0C828C}" presName="sibTrans" presStyleCnt="0"/>
      <dgm:spPr/>
    </dgm:pt>
    <dgm:pt modelId="{D144F525-4E65-420D-917B-325CE37FEA10}" type="pres">
      <dgm:prSet presAssocID="{72976ABE-8278-4FF0-A6D3-7521EA1DAD6E}" presName="node" presStyleLbl="alignAccFollowNode1" presStyleIdx="1" presStyleCnt="18">
        <dgm:presLayoutVars>
          <dgm:bulletEnabled val="1"/>
        </dgm:presLayoutVars>
      </dgm:prSet>
      <dgm:spPr/>
    </dgm:pt>
    <dgm:pt modelId="{FE1CD72C-3681-4B40-BCA5-BDEB6B8201FC}" type="pres">
      <dgm:prSet presAssocID="{1D24F93F-E67F-4AA5-8265-5083C502CC8E}" presName="sibTrans" presStyleCnt="0"/>
      <dgm:spPr/>
    </dgm:pt>
    <dgm:pt modelId="{806B1C47-1175-4FD3-80BA-43DA43DF3A00}" type="pres">
      <dgm:prSet presAssocID="{4F05F3A4-8810-4B6C-89D0-6B569EB8F35C}" presName="node" presStyleLbl="alignAccFollowNode1" presStyleIdx="2" presStyleCnt="18">
        <dgm:presLayoutVars>
          <dgm:bulletEnabled val="1"/>
        </dgm:presLayoutVars>
      </dgm:prSet>
      <dgm:spPr/>
    </dgm:pt>
    <dgm:pt modelId="{5653ACA8-ECF2-4D76-A9DA-5115001E8F19}" type="pres">
      <dgm:prSet presAssocID="{C6CC8010-77D2-4072-80DB-EA3F0E91DA15}" presName="sibTrans" presStyleCnt="0"/>
      <dgm:spPr/>
    </dgm:pt>
    <dgm:pt modelId="{BB048008-E446-48C8-A9DA-1E2B6F4D62F8}" type="pres">
      <dgm:prSet presAssocID="{8A51BE48-96CF-4DE4-B1F6-40CB84F7A3AF}" presName="node" presStyleLbl="alignAccFollowNode1" presStyleIdx="3" presStyleCnt="18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D8F1DAA1-2A36-4202-B007-02816D84300B}" type="pres">
      <dgm:prSet presAssocID="{BA8C2593-A07E-4F4A-9A56-1CC8F25789E2}" presName="sibTrans" presStyleCnt="0"/>
      <dgm:spPr/>
    </dgm:pt>
    <dgm:pt modelId="{64A61E5A-602A-451D-B43E-D1DD5AE2B131}" type="pres">
      <dgm:prSet presAssocID="{4A0F125F-40EB-46DC-9679-4D689C1ADA42}" presName="node" presStyleLbl="alignAccFollowNode1" presStyleIdx="4" presStyleCnt="18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6A416539-B6AA-4B78-9FB4-6406C0D0D76F}" type="pres">
      <dgm:prSet presAssocID="{B338CDDF-D3C6-4FBB-A825-E083734B8C5C}" presName="sibTrans" presStyleCnt="0"/>
      <dgm:spPr/>
    </dgm:pt>
    <dgm:pt modelId="{C69A67DF-BB13-4D40-BB61-588B231F6A20}" type="pres">
      <dgm:prSet presAssocID="{89F60725-CE2C-4E91-BF40-C0003A86F7CD}" presName="node" presStyleLbl="alignAccFollowNode1" presStyleIdx="5" presStyleCnt="18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175180D3-E0D2-4B2D-AA91-914CE1FCA89C}" type="pres">
      <dgm:prSet presAssocID="{E239381B-4898-4D4A-8E67-3A67DBB7BA87}" presName="sibTrans" presStyleCnt="0"/>
      <dgm:spPr/>
    </dgm:pt>
    <dgm:pt modelId="{21C4A0AC-6A06-49FD-A0B2-83823D24FE3A}" type="pres">
      <dgm:prSet presAssocID="{693771A2-F568-40C3-8ECF-915B5C96F9AF}" presName="node" presStyleLbl="alignAccFollowNode1" presStyleIdx="6" presStyleCnt="18">
        <dgm:presLayoutVars>
          <dgm:bulletEnabled val="1"/>
        </dgm:presLayoutVars>
      </dgm:prSet>
      <dgm:spPr/>
    </dgm:pt>
    <dgm:pt modelId="{9827EFB6-9951-415A-9904-15248CDF8045}" type="pres">
      <dgm:prSet presAssocID="{2452AF3B-E150-4328-9331-E0001D6B6614}" presName="sibTrans" presStyleCnt="0"/>
      <dgm:spPr/>
    </dgm:pt>
    <dgm:pt modelId="{9DAD6CA6-E009-4FE0-9EA9-E8BC0F37BF71}" type="pres">
      <dgm:prSet presAssocID="{4111E686-E8C9-462A-B20D-AAF8D6ACE8C3}" presName="node" presStyleLbl="alignAccFollowNode1" presStyleIdx="7" presStyleCnt="18">
        <dgm:presLayoutVars>
          <dgm:bulletEnabled val="1"/>
        </dgm:presLayoutVars>
      </dgm:prSet>
      <dgm:spPr/>
    </dgm:pt>
    <dgm:pt modelId="{70DB6480-69A4-46E1-ACB4-B9434E3143C1}" type="pres">
      <dgm:prSet presAssocID="{4CCB5EB2-13DD-4AA7-88B6-0905273AACA5}" presName="sibTrans" presStyleCnt="0"/>
      <dgm:spPr/>
    </dgm:pt>
    <dgm:pt modelId="{2410AE7B-0AEE-476A-AFE0-3F3DC942F3A3}" type="pres">
      <dgm:prSet presAssocID="{28999E96-986C-4375-A133-EF8A83320E22}" presName="node" presStyleLbl="alignAccFollowNode1" presStyleIdx="8" presStyleCnt="18">
        <dgm:presLayoutVars>
          <dgm:bulletEnabled val="1"/>
        </dgm:presLayoutVars>
      </dgm:prSet>
      <dgm:spPr/>
    </dgm:pt>
    <dgm:pt modelId="{C5492B60-88FE-4EA6-86F8-7C10121EC729}" type="pres">
      <dgm:prSet presAssocID="{8B29E5A1-E026-4996-A69D-60A4F4CF4D56}" presName="vSp" presStyleCnt="0"/>
      <dgm:spPr/>
    </dgm:pt>
    <dgm:pt modelId="{B089C354-A902-4E80-8CE8-9E02CBBD551D}" type="pres">
      <dgm:prSet presAssocID="{16DC7F94-CAB4-4A5D-9EE4-2F08F3C70B78}" presName="horFlow" presStyleCnt="0"/>
      <dgm:spPr/>
    </dgm:pt>
    <dgm:pt modelId="{EDE69B16-1538-46A8-ABC8-701AD05EC2B5}" type="pres">
      <dgm:prSet presAssocID="{16DC7F94-CAB4-4A5D-9EE4-2F08F3C70B78}" presName="bigChev" presStyleLbl="node1" presStyleIdx="1" presStyleCnt="3"/>
      <dgm:spPr/>
    </dgm:pt>
    <dgm:pt modelId="{4CFA5B75-05B7-4E28-BA5D-4FE68974F5CB}" type="pres">
      <dgm:prSet presAssocID="{16DC7F94-CAB4-4A5D-9EE4-2F08F3C70B78}" presName="vSp" presStyleCnt="0"/>
      <dgm:spPr/>
    </dgm:pt>
    <dgm:pt modelId="{B5E5221B-8728-471A-BB60-E9DF98DFA2DB}" type="pres">
      <dgm:prSet presAssocID="{AC583493-168E-4155-97BA-D942640096EE}" presName="horFlow" presStyleCnt="0"/>
      <dgm:spPr/>
    </dgm:pt>
    <dgm:pt modelId="{A3DEA4A3-74FF-4BC9-BCD0-B56DBE8674DE}" type="pres">
      <dgm:prSet presAssocID="{AC583493-168E-4155-97BA-D942640096EE}" presName="bigChev" presStyleLbl="node1" presStyleIdx="2" presStyleCnt="3"/>
      <dgm:spPr/>
    </dgm:pt>
    <dgm:pt modelId="{E51C8FE4-DA32-4E37-876C-F382C5F7C19F}" type="pres">
      <dgm:prSet presAssocID="{AC99849A-D193-4D2C-B10B-CB0D1CC516D2}" presName="parTrans" presStyleCnt="0"/>
      <dgm:spPr/>
    </dgm:pt>
    <dgm:pt modelId="{8B80E22C-0F2F-4061-832B-1D19C9C23333}" type="pres">
      <dgm:prSet presAssocID="{20A20686-8D3E-4CFC-AD07-39B90FA991F9}" presName="node" presStyleLbl="alignAccFollowNode1" presStyleIdx="9" presStyleCnt="18">
        <dgm:presLayoutVars>
          <dgm:bulletEnabled val="1"/>
        </dgm:presLayoutVars>
      </dgm:prSet>
      <dgm:spPr/>
    </dgm:pt>
    <dgm:pt modelId="{3B5F878E-AE13-489E-BF60-BF15735AE951}" type="pres">
      <dgm:prSet presAssocID="{65F081D7-1C38-4095-A99D-95D4D883BF8A}" presName="sibTrans" presStyleCnt="0"/>
      <dgm:spPr/>
    </dgm:pt>
    <dgm:pt modelId="{BD1E27AD-2505-4828-B6CD-AD79109BD9BE}" type="pres">
      <dgm:prSet presAssocID="{152A03E1-4C07-424D-9F54-17B70A9FDCA0}" presName="node" presStyleLbl="alignAccFollowNode1" presStyleIdx="10" presStyleCnt="18">
        <dgm:presLayoutVars>
          <dgm:bulletEnabled val="1"/>
        </dgm:presLayoutVars>
      </dgm:prSet>
      <dgm:spPr/>
    </dgm:pt>
    <dgm:pt modelId="{9F463EBC-C779-4BD2-BE3D-D944531A6BF6}" type="pres">
      <dgm:prSet presAssocID="{87512F6E-32B5-4217-B2F2-1DFEE3F35D0D}" presName="sibTrans" presStyleCnt="0"/>
      <dgm:spPr/>
    </dgm:pt>
    <dgm:pt modelId="{346FB1F5-B771-4540-B590-443F393962A6}" type="pres">
      <dgm:prSet presAssocID="{2032B279-26B1-4869-9167-6DF3F70C22B9}" presName="node" presStyleLbl="alignAccFollowNode1" presStyleIdx="11" presStyleCnt="18">
        <dgm:presLayoutVars>
          <dgm:bulletEnabled val="1"/>
        </dgm:presLayoutVars>
      </dgm:prSet>
      <dgm:spPr/>
    </dgm:pt>
    <dgm:pt modelId="{EBBE08E3-02B5-4728-967A-A6D0C31E5B44}" type="pres">
      <dgm:prSet presAssocID="{524AB2FB-ECA2-4351-8FE2-81A08EE280EC}" presName="sibTrans" presStyleCnt="0"/>
      <dgm:spPr/>
    </dgm:pt>
    <dgm:pt modelId="{87D403FE-3999-416B-91E8-00DF799DC28A}" type="pres">
      <dgm:prSet presAssocID="{10190135-C584-4A27-AFEE-FE1F44282671}" presName="node" presStyleLbl="alignAccFollowNode1" presStyleIdx="12" presStyleCnt="18">
        <dgm:presLayoutVars>
          <dgm:bulletEnabled val="1"/>
        </dgm:presLayoutVars>
      </dgm:prSet>
      <dgm:spPr/>
    </dgm:pt>
    <dgm:pt modelId="{E8B4DEDB-02CD-42AB-BB82-9BF7E568B964}" type="pres">
      <dgm:prSet presAssocID="{1EB87184-2A7B-4135-94E6-38A0CB32F7A9}" presName="sibTrans" presStyleCnt="0"/>
      <dgm:spPr/>
    </dgm:pt>
    <dgm:pt modelId="{B035D5D5-9614-423C-A235-ACD9DFDC44D7}" type="pres">
      <dgm:prSet presAssocID="{C4307F0C-A17D-47EB-9E12-F998341E4729}" presName="node" presStyleLbl="alignAccFollowNode1" presStyleIdx="13" presStyleCnt="18">
        <dgm:presLayoutVars>
          <dgm:bulletEnabled val="1"/>
        </dgm:presLayoutVars>
      </dgm:prSet>
      <dgm:spPr/>
    </dgm:pt>
    <dgm:pt modelId="{3A4BD79A-D9E6-44C5-9F8B-AB73B50C8432}" type="pres">
      <dgm:prSet presAssocID="{DFACBFF3-7283-4DCB-AFFD-9F18D52D02EA}" presName="sibTrans" presStyleCnt="0"/>
      <dgm:spPr/>
    </dgm:pt>
    <dgm:pt modelId="{1E4015A9-8D1C-4387-9923-4C52E8743344}" type="pres">
      <dgm:prSet presAssocID="{280184BC-7205-4551-8969-D453E9F1ACBA}" presName="node" presStyleLbl="alignAccFollowNode1" presStyleIdx="14" presStyleCnt="18">
        <dgm:presLayoutVars>
          <dgm:bulletEnabled val="1"/>
        </dgm:presLayoutVars>
      </dgm:prSet>
      <dgm:spPr/>
    </dgm:pt>
    <dgm:pt modelId="{15364FE1-AE19-4D8F-8F16-8B5360A96346}" type="pres">
      <dgm:prSet presAssocID="{51CCE671-E98F-4F50-A519-8B1AA33ECED9}" presName="sibTrans" presStyleCnt="0"/>
      <dgm:spPr/>
    </dgm:pt>
    <dgm:pt modelId="{BCA845DA-6CD5-4F65-9C99-4D0723C809CC}" type="pres">
      <dgm:prSet presAssocID="{07FFDE46-7DC8-45A6-9917-1633DE9E927C}" presName="node" presStyleLbl="alignAccFollowNode1" presStyleIdx="15" presStyleCnt="18">
        <dgm:presLayoutVars>
          <dgm:bulletEnabled val="1"/>
        </dgm:presLayoutVars>
      </dgm:prSet>
      <dgm:spPr/>
    </dgm:pt>
    <dgm:pt modelId="{4468DFAE-202E-43B7-8415-2DF634EFD703}" type="pres">
      <dgm:prSet presAssocID="{2F02BD42-3933-4A10-862E-8F18A9570D14}" presName="sibTrans" presStyleCnt="0"/>
      <dgm:spPr/>
    </dgm:pt>
    <dgm:pt modelId="{4C454A04-4FEE-4DB2-BF6E-AB5D7B452027}" type="pres">
      <dgm:prSet presAssocID="{30558C1E-120B-419B-B745-5A25655733B1}" presName="node" presStyleLbl="alignAccFollowNode1" presStyleIdx="16" presStyleCnt="18">
        <dgm:presLayoutVars>
          <dgm:bulletEnabled val="1"/>
        </dgm:presLayoutVars>
      </dgm:prSet>
      <dgm:spPr/>
    </dgm:pt>
    <dgm:pt modelId="{78AA5BC7-6480-42B0-8800-703FB0CB519B}" type="pres">
      <dgm:prSet presAssocID="{19207019-E95E-4CC9-A71D-08F9B645CC30}" presName="sibTrans" presStyleCnt="0"/>
      <dgm:spPr/>
    </dgm:pt>
    <dgm:pt modelId="{D2869BB3-DA80-48C5-89E4-92701D5EE938}" type="pres">
      <dgm:prSet presAssocID="{26CEBC07-7243-47D5-B4F7-D5C3CE484B26}" presName="node" presStyleLbl="alignAccFollowNode1" presStyleIdx="17" presStyleCnt="18">
        <dgm:presLayoutVars>
          <dgm:bulletEnabled val="1"/>
        </dgm:presLayoutVars>
      </dgm:prSet>
      <dgm:spPr/>
    </dgm:pt>
  </dgm:ptLst>
  <dgm:cxnLst>
    <dgm:cxn modelId="{2F434110-DA8B-4A52-9114-9EC6835D6BA5}" srcId="{AC583493-168E-4155-97BA-D942640096EE}" destId="{280184BC-7205-4551-8969-D453E9F1ACBA}" srcOrd="5" destOrd="0" parTransId="{F44E409F-D6CF-406A-B0A3-27A2A3993615}" sibTransId="{51CCE671-E98F-4F50-A519-8B1AA33ECED9}"/>
    <dgm:cxn modelId="{58B3E31D-5108-4068-8429-362A4E8B7B19}" srcId="{8B29E5A1-E026-4996-A69D-60A4F4CF4D56}" destId="{89F60725-CE2C-4E91-BF40-C0003A86F7CD}" srcOrd="5" destOrd="0" parTransId="{6F9F0350-3D6F-4542-A6BA-EC9B9B2412D7}" sibTransId="{E239381B-4898-4D4A-8E67-3A67DBB7BA87}"/>
    <dgm:cxn modelId="{15D88027-D768-4C85-8384-9107F2657C62}" type="presOf" srcId="{2032B279-26B1-4869-9167-6DF3F70C22B9}" destId="{346FB1F5-B771-4540-B590-443F393962A6}" srcOrd="0" destOrd="0" presId="urn:microsoft.com/office/officeart/2005/8/layout/lProcess3"/>
    <dgm:cxn modelId="{6DD63628-381E-47B9-BE67-33847A4F943B}" srcId="{8B29E5A1-E026-4996-A69D-60A4F4CF4D56}" destId="{28999E96-986C-4375-A133-EF8A83320E22}" srcOrd="8" destOrd="0" parTransId="{14927609-5FB7-46FA-A31C-73DC0CA16E61}" sibTransId="{F33DC2E0-EF27-48FE-96C2-39B2D421926A}"/>
    <dgm:cxn modelId="{FE986431-606F-45D7-943B-CE55A902F22E}" srcId="{AC583493-168E-4155-97BA-D942640096EE}" destId="{30558C1E-120B-419B-B745-5A25655733B1}" srcOrd="7" destOrd="0" parTransId="{5EC94CE1-EA66-477C-90D1-6EF8960C881B}" sibTransId="{19207019-E95E-4CC9-A71D-08F9B645CC30}"/>
    <dgm:cxn modelId="{87175034-FBFD-4569-A332-32E0500F2E33}" srcId="{1FDEC258-BC1F-4958-87A7-02A50EE69C4C}" destId="{8B29E5A1-E026-4996-A69D-60A4F4CF4D56}" srcOrd="0" destOrd="0" parTransId="{5BB95B5F-2828-4241-ADC3-98F87A141B23}" sibTransId="{7F752946-97E5-42EB-926F-43573E581EB0}"/>
    <dgm:cxn modelId="{688CEA34-0AE2-426D-96D3-BFE29B234048}" type="presOf" srcId="{4111E686-E8C9-462A-B20D-AAF8D6ACE8C3}" destId="{9DAD6CA6-E009-4FE0-9EA9-E8BC0F37BF71}" srcOrd="0" destOrd="0" presId="urn:microsoft.com/office/officeart/2005/8/layout/lProcess3"/>
    <dgm:cxn modelId="{AF0FEC34-6171-4EB2-BCEE-D0DF045E1868}" type="presOf" srcId="{4F05F3A4-8810-4B6C-89D0-6B569EB8F35C}" destId="{806B1C47-1175-4FD3-80BA-43DA43DF3A00}" srcOrd="0" destOrd="0" presId="urn:microsoft.com/office/officeart/2005/8/layout/lProcess3"/>
    <dgm:cxn modelId="{20333235-DB95-4B2D-AD5D-9FF9E29FACA8}" srcId="{8B29E5A1-E026-4996-A69D-60A4F4CF4D56}" destId="{4F05F3A4-8810-4B6C-89D0-6B569EB8F35C}" srcOrd="2" destOrd="0" parTransId="{1F206578-8627-46A1-AF49-20E4E7CD9F55}" sibTransId="{C6CC8010-77D2-4072-80DB-EA3F0E91DA15}"/>
    <dgm:cxn modelId="{EFE22238-4E12-4C8A-B46C-1357FE88A88B}" type="presOf" srcId="{693771A2-F568-40C3-8ECF-915B5C96F9AF}" destId="{21C4A0AC-6A06-49FD-A0B2-83823D24FE3A}" srcOrd="0" destOrd="0" presId="urn:microsoft.com/office/officeart/2005/8/layout/lProcess3"/>
    <dgm:cxn modelId="{09A62042-72ED-4AA3-BE29-EBCC625D4622}" srcId="{1FDEC258-BC1F-4958-87A7-02A50EE69C4C}" destId="{AC583493-168E-4155-97BA-D942640096EE}" srcOrd="2" destOrd="0" parTransId="{7107815C-89EF-4A79-B0D2-2FF79A5C075B}" sibTransId="{3D101C23-9194-49CB-A60E-8C3E1AF94A12}"/>
    <dgm:cxn modelId="{B1456669-E33C-4AF4-BC4B-33BBF5DD99AA}" srcId="{AC583493-168E-4155-97BA-D942640096EE}" destId="{C4307F0C-A17D-47EB-9E12-F998341E4729}" srcOrd="4" destOrd="0" parTransId="{DBBEE5E2-F7E4-4D71-8952-754B79AAF186}" sibTransId="{DFACBFF3-7283-4DCB-AFFD-9F18D52D02EA}"/>
    <dgm:cxn modelId="{C492E74A-3D93-4142-8D95-9F204F9899AF}" type="presOf" srcId="{8B29E5A1-E026-4996-A69D-60A4F4CF4D56}" destId="{8E7F26BC-09B6-4096-84DC-5C93F7E9BD96}" srcOrd="0" destOrd="0" presId="urn:microsoft.com/office/officeart/2005/8/layout/lProcess3"/>
    <dgm:cxn modelId="{20DBCB6B-88EC-4A3C-94FA-519CE5802136}" srcId="{8B29E5A1-E026-4996-A69D-60A4F4CF4D56}" destId="{4A0F125F-40EB-46DC-9679-4D689C1ADA42}" srcOrd="4" destOrd="0" parTransId="{29F0BFDA-A89A-44BE-9309-2DAE66905BDF}" sibTransId="{B338CDDF-D3C6-4FBB-A825-E083734B8C5C}"/>
    <dgm:cxn modelId="{5DD14070-8FE1-4C22-8EF3-AD4FD4D56B90}" type="presOf" srcId="{1FDEC258-BC1F-4958-87A7-02A50EE69C4C}" destId="{193FEFE1-A696-4068-A3BC-3B012FF74766}" srcOrd="0" destOrd="0" presId="urn:microsoft.com/office/officeart/2005/8/layout/lProcess3"/>
    <dgm:cxn modelId="{91033F77-68F1-47E2-B78A-0C7DC8D2457E}" type="presOf" srcId="{07FFDE46-7DC8-45A6-9917-1633DE9E927C}" destId="{BCA845DA-6CD5-4F65-9C99-4D0723C809CC}" srcOrd="0" destOrd="0" presId="urn:microsoft.com/office/officeart/2005/8/layout/lProcess3"/>
    <dgm:cxn modelId="{8CE49759-CC16-422C-BD00-BD1B890D9494}" type="presOf" srcId="{C4307F0C-A17D-47EB-9E12-F998341E4729}" destId="{B035D5D5-9614-423C-A235-ACD9DFDC44D7}" srcOrd="0" destOrd="0" presId="urn:microsoft.com/office/officeart/2005/8/layout/lProcess3"/>
    <dgm:cxn modelId="{FF3F475A-D6E3-44A0-93A4-4EBCF808A73D}" srcId="{AC583493-168E-4155-97BA-D942640096EE}" destId="{26CEBC07-7243-47D5-B4F7-D5C3CE484B26}" srcOrd="8" destOrd="0" parTransId="{0690192E-A20C-48B0-9906-83BFFB99B9A0}" sibTransId="{0CC39FD9-789F-45C1-868F-98D665E9212B}"/>
    <dgm:cxn modelId="{68AA197B-0F4B-43B3-9957-4B74C613C9BE}" type="presOf" srcId="{26CEBC07-7243-47D5-B4F7-D5C3CE484B26}" destId="{D2869BB3-DA80-48C5-89E4-92701D5EE938}" srcOrd="0" destOrd="0" presId="urn:microsoft.com/office/officeart/2005/8/layout/lProcess3"/>
    <dgm:cxn modelId="{52F5477E-D128-409A-8E8C-5C2EFCE25188}" srcId="{8B29E5A1-E026-4996-A69D-60A4F4CF4D56}" destId="{4111E686-E8C9-462A-B20D-AAF8D6ACE8C3}" srcOrd="7" destOrd="0" parTransId="{F6678C4E-1207-490C-B384-AA8B790DEFB8}" sibTransId="{4CCB5EB2-13DD-4AA7-88B6-0905273AACA5}"/>
    <dgm:cxn modelId="{7A52D381-AC83-4E34-ACDA-1ED5F03D60AA}" type="presOf" srcId="{20A20686-8D3E-4CFC-AD07-39B90FA991F9}" destId="{8B80E22C-0F2F-4061-832B-1D19C9C23333}" srcOrd="0" destOrd="0" presId="urn:microsoft.com/office/officeart/2005/8/layout/lProcess3"/>
    <dgm:cxn modelId="{EDC9D589-7D10-4021-8ED3-D2EB2DBF7CA2}" srcId="{8B29E5A1-E026-4996-A69D-60A4F4CF4D56}" destId="{8A51BE48-96CF-4DE4-B1F6-40CB84F7A3AF}" srcOrd="3" destOrd="0" parTransId="{DAADA634-615A-4251-A1FA-D3FCAD669992}" sibTransId="{BA8C2593-A07E-4F4A-9A56-1CC8F25789E2}"/>
    <dgm:cxn modelId="{A2EBC495-C16D-42DF-AA83-5BBE27313474}" type="presOf" srcId="{0F5C8C4E-C93F-43A1-9011-104F443D689C}" destId="{168CE0EC-544B-4C5B-B69E-778F343297EF}" srcOrd="0" destOrd="0" presId="urn:microsoft.com/office/officeart/2005/8/layout/lProcess3"/>
    <dgm:cxn modelId="{D51C8D9B-913A-46F5-9816-61B7A8F52A69}" type="presOf" srcId="{280184BC-7205-4551-8969-D453E9F1ACBA}" destId="{1E4015A9-8D1C-4387-9923-4C52E8743344}" srcOrd="0" destOrd="0" presId="urn:microsoft.com/office/officeart/2005/8/layout/lProcess3"/>
    <dgm:cxn modelId="{478AC89F-979B-49FC-9C45-CCF2A74FF95C}" type="presOf" srcId="{AC583493-168E-4155-97BA-D942640096EE}" destId="{A3DEA4A3-74FF-4BC9-BCD0-B56DBE8674DE}" srcOrd="0" destOrd="0" presId="urn:microsoft.com/office/officeart/2005/8/layout/lProcess3"/>
    <dgm:cxn modelId="{635C54A5-0D3F-45E1-8406-33C2C1EF1413}" type="presOf" srcId="{4A0F125F-40EB-46DC-9679-4D689C1ADA42}" destId="{64A61E5A-602A-451D-B43E-D1DD5AE2B131}" srcOrd="0" destOrd="0" presId="urn:microsoft.com/office/officeart/2005/8/layout/lProcess3"/>
    <dgm:cxn modelId="{D29C6BB3-F897-408E-B432-52AE468E3E1D}" type="presOf" srcId="{72976ABE-8278-4FF0-A6D3-7521EA1DAD6E}" destId="{D144F525-4E65-420D-917B-325CE37FEA10}" srcOrd="0" destOrd="0" presId="urn:microsoft.com/office/officeart/2005/8/layout/lProcess3"/>
    <dgm:cxn modelId="{82A478B3-7B67-4534-BB4C-6CB6C3042056}" srcId="{AC583493-168E-4155-97BA-D942640096EE}" destId="{20A20686-8D3E-4CFC-AD07-39B90FA991F9}" srcOrd="0" destOrd="0" parTransId="{AC99849A-D193-4D2C-B10B-CB0D1CC516D2}" sibTransId="{65F081D7-1C38-4095-A99D-95D4D883BF8A}"/>
    <dgm:cxn modelId="{B6CAA2B4-BB98-40EC-819B-A977BF18A394}" srcId="{AC583493-168E-4155-97BA-D942640096EE}" destId="{10190135-C584-4A27-AFEE-FE1F44282671}" srcOrd="3" destOrd="0" parTransId="{84350602-6DFD-4FF3-821A-D19FC8B1560D}" sibTransId="{1EB87184-2A7B-4135-94E6-38A0CB32F7A9}"/>
    <dgm:cxn modelId="{72335DC9-54D3-4497-80F9-6118A162C67B}" type="presOf" srcId="{8A51BE48-96CF-4DE4-B1F6-40CB84F7A3AF}" destId="{BB048008-E446-48C8-A9DA-1E2B6F4D62F8}" srcOrd="0" destOrd="0" presId="urn:microsoft.com/office/officeart/2005/8/layout/lProcess3"/>
    <dgm:cxn modelId="{EFE83FD6-F503-4239-AB29-D7C41590BEDB}" type="presOf" srcId="{152A03E1-4C07-424D-9F54-17B70A9FDCA0}" destId="{BD1E27AD-2505-4828-B6CD-AD79109BD9BE}" srcOrd="0" destOrd="0" presId="urn:microsoft.com/office/officeart/2005/8/layout/lProcess3"/>
    <dgm:cxn modelId="{2AD698D6-B06A-4A7C-AFED-6487178D61F3}" srcId="{8B29E5A1-E026-4996-A69D-60A4F4CF4D56}" destId="{72976ABE-8278-4FF0-A6D3-7521EA1DAD6E}" srcOrd="1" destOrd="0" parTransId="{C06787F2-3A6A-49DC-A0B7-DCF69CFF618E}" sibTransId="{1D24F93F-E67F-4AA5-8265-5083C502CC8E}"/>
    <dgm:cxn modelId="{71AAD5DB-A9BB-4739-AFCF-4CA380AD4E4D}" srcId="{AC583493-168E-4155-97BA-D942640096EE}" destId="{2032B279-26B1-4869-9167-6DF3F70C22B9}" srcOrd="2" destOrd="0" parTransId="{B0F8B5D5-D039-405B-90CC-35CA5FDDCCC6}" sibTransId="{524AB2FB-ECA2-4351-8FE2-81A08EE280EC}"/>
    <dgm:cxn modelId="{605E9BE0-31C0-4D1A-825A-B1975F4AF233}" type="presOf" srcId="{89F60725-CE2C-4E91-BF40-C0003A86F7CD}" destId="{C69A67DF-BB13-4D40-BB61-588B231F6A20}" srcOrd="0" destOrd="0" presId="urn:microsoft.com/office/officeart/2005/8/layout/lProcess3"/>
    <dgm:cxn modelId="{F3A695E4-A073-4F7A-BA67-8F8DC856B865}" type="presOf" srcId="{16DC7F94-CAB4-4A5D-9EE4-2F08F3C70B78}" destId="{EDE69B16-1538-46A8-ABC8-701AD05EC2B5}" srcOrd="0" destOrd="0" presId="urn:microsoft.com/office/officeart/2005/8/layout/lProcess3"/>
    <dgm:cxn modelId="{72E19FE5-D8E1-46EB-8BFA-8D17DB3B9783}" srcId="{AC583493-168E-4155-97BA-D942640096EE}" destId="{07FFDE46-7DC8-45A6-9917-1633DE9E927C}" srcOrd="6" destOrd="0" parTransId="{DDAC87D8-5C69-4666-8752-AE793A8433AB}" sibTransId="{2F02BD42-3933-4A10-862E-8F18A9570D14}"/>
    <dgm:cxn modelId="{0BBFB3E5-ECC0-4DC2-BE30-71F87BF3D1C2}" srcId="{1FDEC258-BC1F-4958-87A7-02A50EE69C4C}" destId="{16DC7F94-CAB4-4A5D-9EE4-2F08F3C70B78}" srcOrd="1" destOrd="0" parTransId="{2F30118B-13ED-46E5-90E9-CB50F783DACF}" sibTransId="{FFB7302F-6D8B-4A61-8237-7937B56F7EDA}"/>
    <dgm:cxn modelId="{F811E7E6-9645-4983-B0F2-57589AB6372C}" type="presOf" srcId="{28999E96-986C-4375-A133-EF8A83320E22}" destId="{2410AE7B-0AEE-476A-AFE0-3F3DC942F3A3}" srcOrd="0" destOrd="0" presId="urn:microsoft.com/office/officeart/2005/8/layout/lProcess3"/>
    <dgm:cxn modelId="{D069DBEB-F67B-4356-8AB9-B40B1E0C837D}" srcId="{8B29E5A1-E026-4996-A69D-60A4F4CF4D56}" destId="{693771A2-F568-40C3-8ECF-915B5C96F9AF}" srcOrd="6" destOrd="0" parTransId="{79C508BB-F6CF-4864-AA45-3C6FD9AAEC4D}" sibTransId="{2452AF3B-E150-4328-9331-E0001D6B6614}"/>
    <dgm:cxn modelId="{B88C0DEE-1638-4FA3-8FA1-DFF1E63461B3}" type="presOf" srcId="{10190135-C584-4A27-AFEE-FE1F44282671}" destId="{87D403FE-3999-416B-91E8-00DF799DC28A}" srcOrd="0" destOrd="0" presId="urn:microsoft.com/office/officeart/2005/8/layout/lProcess3"/>
    <dgm:cxn modelId="{F87490EF-D5EB-47DD-AA00-DAA21B487F67}" srcId="{AC583493-168E-4155-97BA-D942640096EE}" destId="{152A03E1-4C07-424D-9F54-17B70A9FDCA0}" srcOrd="1" destOrd="0" parTransId="{DD7D7D16-FE8B-43B2-9887-D8571CD6F238}" sibTransId="{87512F6E-32B5-4217-B2F2-1DFEE3F35D0D}"/>
    <dgm:cxn modelId="{C097B9F0-7EE8-4C9A-9694-B626B73AEDB5}" type="presOf" srcId="{30558C1E-120B-419B-B745-5A25655733B1}" destId="{4C454A04-4FEE-4DB2-BF6E-AB5D7B452027}" srcOrd="0" destOrd="0" presId="urn:microsoft.com/office/officeart/2005/8/layout/lProcess3"/>
    <dgm:cxn modelId="{FB4B74F2-1F5D-4B31-B70A-24FB157DEFF0}" srcId="{8B29E5A1-E026-4996-A69D-60A4F4CF4D56}" destId="{0F5C8C4E-C93F-43A1-9011-104F443D689C}" srcOrd="0" destOrd="0" parTransId="{CBCDA1BD-838D-4DA2-87B1-C114D3832A88}" sibTransId="{A1FB3925-72FA-48C4-888D-4354FC0C828C}"/>
    <dgm:cxn modelId="{F6A8C2CC-43D8-42A5-A9BB-30B244E34CAB}" type="presParOf" srcId="{193FEFE1-A696-4068-A3BC-3B012FF74766}" destId="{64A1F058-183C-4526-BA77-0D134322CD1C}" srcOrd="0" destOrd="0" presId="urn:microsoft.com/office/officeart/2005/8/layout/lProcess3"/>
    <dgm:cxn modelId="{EBA1EF99-1FF4-4334-96DF-CE6ADD626598}" type="presParOf" srcId="{64A1F058-183C-4526-BA77-0D134322CD1C}" destId="{8E7F26BC-09B6-4096-84DC-5C93F7E9BD96}" srcOrd="0" destOrd="0" presId="urn:microsoft.com/office/officeart/2005/8/layout/lProcess3"/>
    <dgm:cxn modelId="{C5758B65-3229-48F5-8608-CEE11BCAB8D2}" type="presParOf" srcId="{64A1F058-183C-4526-BA77-0D134322CD1C}" destId="{FA0FC58F-8A37-41E2-A7E4-91BAA793C786}" srcOrd="1" destOrd="0" presId="urn:microsoft.com/office/officeart/2005/8/layout/lProcess3"/>
    <dgm:cxn modelId="{699C223F-22BB-468E-9D9B-FC02906FA744}" type="presParOf" srcId="{64A1F058-183C-4526-BA77-0D134322CD1C}" destId="{168CE0EC-544B-4C5B-B69E-778F343297EF}" srcOrd="2" destOrd="0" presId="urn:microsoft.com/office/officeart/2005/8/layout/lProcess3"/>
    <dgm:cxn modelId="{7E28129B-7A40-475D-BEA2-8B1BB4DA2869}" type="presParOf" srcId="{64A1F058-183C-4526-BA77-0D134322CD1C}" destId="{36F716D9-0958-4AED-B953-3C0D1190B783}" srcOrd="3" destOrd="0" presId="urn:microsoft.com/office/officeart/2005/8/layout/lProcess3"/>
    <dgm:cxn modelId="{D46AF274-166C-45C0-AA81-4965BDD58774}" type="presParOf" srcId="{64A1F058-183C-4526-BA77-0D134322CD1C}" destId="{D144F525-4E65-420D-917B-325CE37FEA10}" srcOrd="4" destOrd="0" presId="urn:microsoft.com/office/officeart/2005/8/layout/lProcess3"/>
    <dgm:cxn modelId="{9734FEA8-6C2A-4FE7-893C-456A8B40A0FA}" type="presParOf" srcId="{64A1F058-183C-4526-BA77-0D134322CD1C}" destId="{FE1CD72C-3681-4B40-BCA5-BDEB6B8201FC}" srcOrd="5" destOrd="0" presId="urn:microsoft.com/office/officeart/2005/8/layout/lProcess3"/>
    <dgm:cxn modelId="{CCFE8807-8903-4F60-AE9D-EDA882D69E7F}" type="presParOf" srcId="{64A1F058-183C-4526-BA77-0D134322CD1C}" destId="{806B1C47-1175-4FD3-80BA-43DA43DF3A00}" srcOrd="6" destOrd="0" presId="urn:microsoft.com/office/officeart/2005/8/layout/lProcess3"/>
    <dgm:cxn modelId="{E44CE7DE-3BB9-4AA7-9625-2CE9601C34AB}" type="presParOf" srcId="{64A1F058-183C-4526-BA77-0D134322CD1C}" destId="{5653ACA8-ECF2-4D76-A9DA-5115001E8F19}" srcOrd="7" destOrd="0" presId="urn:microsoft.com/office/officeart/2005/8/layout/lProcess3"/>
    <dgm:cxn modelId="{E03385CF-3FBC-486D-9DFB-5A77546224D6}" type="presParOf" srcId="{64A1F058-183C-4526-BA77-0D134322CD1C}" destId="{BB048008-E446-48C8-A9DA-1E2B6F4D62F8}" srcOrd="8" destOrd="0" presId="urn:microsoft.com/office/officeart/2005/8/layout/lProcess3"/>
    <dgm:cxn modelId="{496341B0-2E14-4688-BE76-4760C4943EAC}" type="presParOf" srcId="{64A1F058-183C-4526-BA77-0D134322CD1C}" destId="{D8F1DAA1-2A36-4202-B007-02816D84300B}" srcOrd="9" destOrd="0" presId="urn:microsoft.com/office/officeart/2005/8/layout/lProcess3"/>
    <dgm:cxn modelId="{93533C48-7F3F-4B9A-9EB1-CE1F5311C5E5}" type="presParOf" srcId="{64A1F058-183C-4526-BA77-0D134322CD1C}" destId="{64A61E5A-602A-451D-B43E-D1DD5AE2B131}" srcOrd="10" destOrd="0" presId="urn:microsoft.com/office/officeart/2005/8/layout/lProcess3"/>
    <dgm:cxn modelId="{8BDD56CB-B969-4C08-8C10-C6950D8F63DE}" type="presParOf" srcId="{64A1F058-183C-4526-BA77-0D134322CD1C}" destId="{6A416539-B6AA-4B78-9FB4-6406C0D0D76F}" srcOrd="11" destOrd="0" presId="urn:microsoft.com/office/officeart/2005/8/layout/lProcess3"/>
    <dgm:cxn modelId="{BF82F426-8587-4906-B4D5-4C3A10EC5C22}" type="presParOf" srcId="{64A1F058-183C-4526-BA77-0D134322CD1C}" destId="{C69A67DF-BB13-4D40-BB61-588B231F6A20}" srcOrd="12" destOrd="0" presId="urn:microsoft.com/office/officeart/2005/8/layout/lProcess3"/>
    <dgm:cxn modelId="{60139DB1-5CE4-4B16-BA6F-D5562A6336D4}" type="presParOf" srcId="{64A1F058-183C-4526-BA77-0D134322CD1C}" destId="{175180D3-E0D2-4B2D-AA91-914CE1FCA89C}" srcOrd="13" destOrd="0" presId="urn:microsoft.com/office/officeart/2005/8/layout/lProcess3"/>
    <dgm:cxn modelId="{5FEC981E-CC30-4D77-98C8-2FCA27B76E1B}" type="presParOf" srcId="{64A1F058-183C-4526-BA77-0D134322CD1C}" destId="{21C4A0AC-6A06-49FD-A0B2-83823D24FE3A}" srcOrd="14" destOrd="0" presId="urn:microsoft.com/office/officeart/2005/8/layout/lProcess3"/>
    <dgm:cxn modelId="{B8B953DC-2ED3-4553-881C-49A226CD3957}" type="presParOf" srcId="{64A1F058-183C-4526-BA77-0D134322CD1C}" destId="{9827EFB6-9951-415A-9904-15248CDF8045}" srcOrd="15" destOrd="0" presId="urn:microsoft.com/office/officeart/2005/8/layout/lProcess3"/>
    <dgm:cxn modelId="{CFB1E259-F369-4EF1-A7F0-EE5754CC5714}" type="presParOf" srcId="{64A1F058-183C-4526-BA77-0D134322CD1C}" destId="{9DAD6CA6-E009-4FE0-9EA9-E8BC0F37BF71}" srcOrd="16" destOrd="0" presId="urn:microsoft.com/office/officeart/2005/8/layout/lProcess3"/>
    <dgm:cxn modelId="{77441FBB-17E8-4CAF-A4F8-F9747D0F39AC}" type="presParOf" srcId="{64A1F058-183C-4526-BA77-0D134322CD1C}" destId="{70DB6480-69A4-46E1-ACB4-B9434E3143C1}" srcOrd="17" destOrd="0" presId="urn:microsoft.com/office/officeart/2005/8/layout/lProcess3"/>
    <dgm:cxn modelId="{9F775A7F-7D4F-423A-BE64-FC236B2FA53B}" type="presParOf" srcId="{64A1F058-183C-4526-BA77-0D134322CD1C}" destId="{2410AE7B-0AEE-476A-AFE0-3F3DC942F3A3}" srcOrd="18" destOrd="0" presId="urn:microsoft.com/office/officeart/2005/8/layout/lProcess3"/>
    <dgm:cxn modelId="{59DDF96E-1BA8-46DC-8142-66CA3594AEFB}" type="presParOf" srcId="{193FEFE1-A696-4068-A3BC-3B012FF74766}" destId="{C5492B60-88FE-4EA6-86F8-7C10121EC729}" srcOrd="1" destOrd="0" presId="urn:microsoft.com/office/officeart/2005/8/layout/lProcess3"/>
    <dgm:cxn modelId="{9F67DBB3-155D-4519-B77A-220B4F430F85}" type="presParOf" srcId="{193FEFE1-A696-4068-A3BC-3B012FF74766}" destId="{B089C354-A902-4E80-8CE8-9E02CBBD551D}" srcOrd="2" destOrd="0" presId="urn:microsoft.com/office/officeart/2005/8/layout/lProcess3"/>
    <dgm:cxn modelId="{08128823-3689-496C-96FD-2324EDA619D8}" type="presParOf" srcId="{B089C354-A902-4E80-8CE8-9E02CBBD551D}" destId="{EDE69B16-1538-46A8-ABC8-701AD05EC2B5}" srcOrd="0" destOrd="0" presId="urn:microsoft.com/office/officeart/2005/8/layout/lProcess3"/>
    <dgm:cxn modelId="{D452B282-E0CB-485F-B0C9-54F8CB4C9634}" type="presParOf" srcId="{193FEFE1-A696-4068-A3BC-3B012FF74766}" destId="{4CFA5B75-05B7-4E28-BA5D-4FE68974F5CB}" srcOrd="3" destOrd="0" presId="urn:microsoft.com/office/officeart/2005/8/layout/lProcess3"/>
    <dgm:cxn modelId="{6BA53090-EDCC-4A5B-816A-BDCFCB979DB0}" type="presParOf" srcId="{193FEFE1-A696-4068-A3BC-3B012FF74766}" destId="{B5E5221B-8728-471A-BB60-E9DF98DFA2DB}" srcOrd="4" destOrd="0" presId="urn:microsoft.com/office/officeart/2005/8/layout/lProcess3"/>
    <dgm:cxn modelId="{4ECA1906-6D3A-4535-95A4-3E3D0F26EF89}" type="presParOf" srcId="{B5E5221B-8728-471A-BB60-E9DF98DFA2DB}" destId="{A3DEA4A3-74FF-4BC9-BCD0-B56DBE8674DE}" srcOrd="0" destOrd="0" presId="urn:microsoft.com/office/officeart/2005/8/layout/lProcess3"/>
    <dgm:cxn modelId="{879640FF-4B1F-470C-A9C2-FE1B3A9493CB}" type="presParOf" srcId="{B5E5221B-8728-471A-BB60-E9DF98DFA2DB}" destId="{E51C8FE4-DA32-4E37-876C-F382C5F7C19F}" srcOrd="1" destOrd="0" presId="urn:microsoft.com/office/officeart/2005/8/layout/lProcess3"/>
    <dgm:cxn modelId="{04A97CDD-0F52-46D1-A4BD-77DEFAB0A725}" type="presParOf" srcId="{B5E5221B-8728-471A-BB60-E9DF98DFA2DB}" destId="{8B80E22C-0F2F-4061-832B-1D19C9C23333}" srcOrd="2" destOrd="0" presId="urn:microsoft.com/office/officeart/2005/8/layout/lProcess3"/>
    <dgm:cxn modelId="{F16D4930-E5FD-43AB-9DC3-65BC8BA344F8}" type="presParOf" srcId="{B5E5221B-8728-471A-BB60-E9DF98DFA2DB}" destId="{3B5F878E-AE13-489E-BF60-BF15735AE951}" srcOrd="3" destOrd="0" presId="urn:microsoft.com/office/officeart/2005/8/layout/lProcess3"/>
    <dgm:cxn modelId="{F394FE60-CD50-4FE4-89E0-F9C7A4E503FA}" type="presParOf" srcId="{B5E5221B-8728-471A-BB60-E9DF98DFA2DB}" destId="{BD1E27AD-2505-4828-B6CD-AD79109BD9BE}" srcOrd="4" destOrd="0" presId="urn:microsoft.com/office/officeart/2005/8/layout/lProcess3"/>
    <dgm:cxn modelId="{E282F57B-77AC-40AF-8094-62C0C20CE193}" type="presParOf" srcId="{B5E5221B-8728-471A-BB60-E9DF98DFA2DB}" destId="{9F463EBC-C779-4BD2-BE3D-D944531A6BF6}" srcOrd="5" destOrd="0" presId="urn:microsoft.com/office/officeart/2005/8/layout/lProcess3"/>
    <dgm:cxn modelId="{944C52F0-FEB2-4766-8D67-3FE6E92D5F97}" type="presParOf" srcId="{B5E5221B-8728-471A-BB60-E9DF98DFA2DB}" destId="{346FB1F5-B771-4540-B590-443F393962A6}" srcOrd="6" destOrd="0" presId="urn:microsoft.com/office/officeart/2005/8/layout/lProcess3"/>
    <dgm:cxn modelId="{D08C99EA-97F6-41C2-9E26-4477B851A4C8}" type="presParOf" srcId="{B5E5221B-8728-471A-BB60-E9DF98DFA2DB}" destId="{EBBE08E3-02B5-4728-967A-A6D0C31E5B44}" srcOrd="7" destOrd="0" presId="urn:microsoft.com/office/officeart/2005/8/layout/lProcess3"/>
    <dgm:cxn modelId="{B9FE2B66-AC4D-46B9-BD9B-FF56F0C1C21E}" type="presParOf" srcId="{B5E5221B-8728-471A-BB60-E9DF98DFA2DB}" destId="{87D403FE-3999-416B-91E8-00DF799DC28A}" srcOrd="8" destOrd="0" presId="urn:microsoft.com/office/officeart/2005/8/layout/lProcess3"/>
    <dgm:cxn modelId="{B86EFC2D-A97F-493D-8534-0526B8C425EB}" type="presParOf" srcId="{B5E5221B-8728-471A-BB60-E9DF98DFA2DB}" destId="{E8B4DEDB-02CD-42AB-BB82-9BF7E568B964}" srcOrd="9" destOrd="0" presId="urn:microsoft.com/office/officeart/2005/8/layout/lProcess3"/>
    <dgm:cxn modelId="{F1742689-67EF-4D05-A546-9775EF8D0ADC}" type="presParOf" srcId="{B5E5221B-8728-471A-BB60-E9DF98DFA2DB}" destId="{B035D5D5-9614-423C-A235-ACD9DFDC44D7}" srcOrd="10" destOrd="0" presId="urn:microsoft.com/office/officeart/2005/8/layout/lProcess3"/>
    <dgm:cxn modelId="{15470832-F422-4053-A279-3155C990FD6F}" type="presParOf" srcId="{B5E5221B-8728-471A-BB60-E9DF98DFA2DB}" destId="{3A4BD79A-D9E6-44C5-9F8B-AB73B50C8432}" srcOrd="11" destOrd="0" presId="urn:microsoft.com/office/officeart/2005/8/layout/lProcess3"/>
    <dgm:cxn modelId="{377A6D20-186D-43CD-B6BD-7CCE4EF92247}" type="presParOf" srcId="{B5E5221B-8728-471A-BB60-E9DF98DFA2DB}" destId="{1E4015A9-8D1C-4387-9923-4C52E8743344}" srcOrd="12" destOrd="0" presId="urn:microsoft.com/office/officeart/2005/8/layout/lProcess3"/>
    <dgm:cxn modelId="{1D9A6678-04A3-4753-8CEF-3C0DEDEA8F91}" type="presParOf" srcId="{B5E5221B-8728-471A-BB60-E9DF98DFA2DB}" destId="{15364FE1-AE19-4D8F-8F16-8B5360A96346}" srcOrd="13" destOrd="0" presId="urn:microsoft.com/office/officeart/2005/8/layout/lProcess3"/>
    <dgm:cxn modelId="{6A240469-D780-4CBA-89EF-ACE779529C45}" type="presParOf" srcId="{B5E5221B-8728-471A-BB60-E9DF98DFA2DB}" destId="{BCA845DA-6CD5-4F65-9C99-4D0723C809CC}" srcOrd="14" destOrd="0" presId="urn:microsoft.com/office/officeart/2005/8/layout/lProcess3"/>
    <dgm:cxn modelId="{38184514-1E82-40D1-BC90-9ACA93263A6E}" type="presParOf" srcId="{B5E5221B-8728-471A-BB60-E9DF98DFA2DB}" destId="{4468DFAE-202E-43B7-8415-2DF634EFD703}" srcOrd="15" destOrd="0" presId="urn:microsoft.com/office/officeart/2005/8/layout/lProcess3"/>
    <dgm:cxn modelId="{E877F0DD-E69F-4476-A38A-09032D43C0EE}" type="presParOf" srcId="{B5E5221B-8728-471A-BB60-E9DF98DFA2DB}" destId="{4C454A04-4FEE-4DB2-BF6E-AB5D7B452027}" srcOrd="16" destOrd="0" presId="urn:microsoft.com/office/officeart/2005/8/layout/lProcess3"/>
    <dgm:cxn modelId="{DEDBA93F-2B7A-45AC-A6F0-ABC0B915468C}" type="presParOf" srcId="{B5E5221B-8728-471A-BB60-E9DF98DFA2DB}" destId="{78AA5BC7-6480-42B0-8800-703FB0CB519B}" srcOrd="17" destOrd="0" presId="urn:microsoft.com/office/officeart/2005/8/layout/lProcess3"/>
    <dgm:cxn modelId="{52FA93B5-A958-4B8E-A5B2-4D967C3FAB73}" type="presParOf" srcId="{B5E5221B-8728-471A-BB60-E9DF98DFA2DB}" destId="{D2869BB3-DA80-48C5-89E4-92701D5EE938}" srcOrd="1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EDA6B2-A82F-440F-B2D1-23E499E0BB10}" type="doc">
      <dgm:prSet loTypeId="urn:microsoft.com/office/officeart/2005/8/layout/lProcess3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F7687C64-B567-43A7-BB03-E56585E10943}">
      <dgm:prSet phldrT="[Text]" phldr="0"/>
      <dgm:spPr/>
      <dgm:t>
        <a:bodyPr/>
        <a:lstStyle/>
        <a:p>
          <a:r>
            <a:rPr lang="en-GB" dirty="0"/>
            <a:t>POC TO GO</a:t>
          </a:r>
        </a:p>
      </dgm:t>
    </dgm:pt>
    <dgm:pt modelId="{83B1DD0B-7D85-4FE4-B049-93EA57E23B4A}" type="parTrans" cxnId="{0026E75C-6F26-45AC-BBAC-57846C5649C2}">
      <dgm:prSet/>
      <dgm:spPr/>
      <dgm:t>
        <a:bodyPr/>
        <a:lstStyle/>
        <a:p>
          <a:endParaRPr lang="en-GB"/>
        </a:p>
      </dgm:t>
    </dgm:pt>
    <dgm:pt modelId="{04B24B4C-BF22-4688-A37D-05F8355C6DE8}" type="sibTrans" cxnId="{0026E75C-6F26-45AC-BBAC-57846C5649C2}">
      <dgm:prSet/>
      <dgm:spPr/>
      <dgm:t>
        <a:bodyPr/>
        <a:lstStyle/>
        <a:p>
          <a:endParaRPr lang="en-GB"/>
        </a:p>
      </dgm:t>
    </dgm:pt>
    <dgm:pt modelId="{8EB6E97A-C899-48D2-95A4-B84E2BC6D155}">
      <dgm:prSet phldrT="[Text]" phldr="0"/>
      <dgm:spPr/>
      <dgm:t>
        <a:bodyPr/>
        <a:lstStyle/>
        <a:p>
          <a:r>
            <a:rPr lang="en-GB" dirty="0"/>
            <a:t>POC MAX</a:t>
          </a:r>
        </a:p>
      </dgm:t>
    </dgm:pt>
    <dgm:pt modelId="{6BB85C4D-86DD-4336-8B23-19E027B4D368}" type="parTrans" cxnId="{03C8E527-03B6-4F47-A62E-04AFE0552520}">
      <dgm:prSet/>
      <dgm:spPr/>
      <dgm:t>
        <a:bodyPr/>
        <a:lstStyle/>
        <a:p>
          <a:endParaRPr lang="en-GB"/>
        </a:p>
      </dgm:t>
    </dgm:pt>
    <dgm:pt modelId="{8A8F464F-37F4-46A3-9C1D-091119F79BE8}" type="sibTrans" cxnId="{03C8E527-03B6-4F47-A62E-04AFE0552520}">
      <dgm:prSet/>
      <dgm:spPr/>
      <dgm:t>
        <a:bodyPr/>
        <a:lstStyle/>
        <a:p>
          <a:endParaRPr lang="en-GB"/>
        </a:p>
      </dgm:t>
    </dgm:pt>
    <dgm:pt modelId="{EA7EA5D8-9B25-4011-9F3B-A7793C4A8A7E}">
      <dgm:prSet phldrT="[Text]" phldr="0"/>
      <dgm:spPr/>
      <dgm:t>
        <a:bodyPr/>
        <a:lstStyle/>
        <a:p>
          <a:r>
            <a:rPr lang="en-GB" dirty="0"/>
            <a:t>IDF </a:t>
          </a:r>
          <a:r>
            <a:rPr lang="en-GB" dirty="0" err="1"/>
            <a:t>Innoexplorer</a:t>
          </a:r>
          <a:endParaRPr lang="en-GB" dirty="0"/>
        </a:p>
      </dgm:t>
    </dgm:pt>
    <dgm:pt modelId="{B4AB52FF-121E-47FD-947A-64523706D20D}" type="parTrans" cxnId="{663D3FFA-C95C-4FE1-B4EC-E2A1D5F3328A}">
      <dgm:prSet/>
      <dgm:spPr/>
      <dgm:t>
        <a:bodyPr/>
        <a:lstStyle/>
        <a:p>
          <a:endParaRPr lang="en-GB"/>
        </a:p>
      </dgm:t>
    </dgm:pt>
    <dgm:pt modelId="{8D2E0A8B-BC17-4C96-8D04-1E46CF9B2A2E}" type="sibTrans" cxnId="{663D3FFA-C95C-4FE1-B4EC-E2A1D5F3328A}">
      <dgm:prSet/>
      <dgm:spPr/>
      <dgm:t>
        <a:bodyPr/>
        <a:lstStyle/>
        <a:p>
          <a:endParaRPr lang="en-GB"/>
        </a:p>
      </dgm:t>
    </dgm:pt>
    <dgm:pt modelId="{65AC930F-75C3-49E0-A09E-A5D58AD30C94}">
      <dgm:prSet phldrT="[Text]" phldr="0"/>
      <dgm:spPr/>
      <dgm:t>
        <a:bodyPr/>
        <a:lstStyle/>
        <a:p>
          <a:r>
            <a:rPr lang="en-GB" dirty="0"/>
            <a:t>POC MAX</a:t>
          </a:r>
        </a:p>
      </dgm:t>
    </dgm:pt>
    <dgm:pt modelId="{EC8285A9-10B8-4E14-9D15-6D9064E31C0C}" type="parTrans" cxnId="{B0D51AAA-27E7-448C-87E0-F5C723ED4470}">
      <dgm:prSet/>
      <dgm:spPr/>
      <dgm:t>
        <a:bodyPr/>
        <a:lstStyle/>
        <a:p>
          <a:endParaRPr lang="en-GB"/>
        </a:p>
      </dgm:t>
    </dgm:pt>
    <dgm:pt modelId="{61D32D7B-D80B-4F43-ADC0-88C584EC3C6B}" type="sibTrans" cxnId="{B0D51AAA-27E7-448C-87E0-F5C723ED4470}">
      <dgm:prSet/>
      <dgm:spPr/>
      <dgm:t>
        <a:bodyPr/>
        <a:lstStyle/>
        <a:p>
          <a:endParaRPr lang="en-GB"/>
        </a:p>
      </dgm:t>
    </dgm:pt>
    <dgm:pt modelId="{F9B59CDB-D0D9-4463-9FE7-6F67F176B334}">
      <dgm:prSet phldrT="[Text]" phldr="0"/>
      <dgm:spPr/>
      <dgm:t>
        <a:bodyPr/>
        <a:lstStyle/>
        <a:p>
          <a:r>
            <a:rPr lang="en-GB" dirty="0"/>
            <a:t>IDF </a:t>
          </a:r>
          <a:r>
            <a:rPr lang="en-GB" dirty="0" err="1"/>
            <a:t>Innoexplorer</a:t>
          </a:r>
          <a:endParaRPr lang="en-GB" dirty="0"/>
        </a:p>
      </dgm:t>
    </dgm:pt>
    <dgm:pt modelId="{65BED6FC-EBD3-4157-9026-FE46EF1E6FFC}" type="parTrans" cxnId="{CE27FCDF-2529-49A9-BE8B-ED064FC485FE}">
      <dgm:prSet/>
      <dgm:spPr/>
      <dgm:t>
        <a:bodyPr/>
        <a:lstStyle/>
        <a:p>
          <a:endParaRPr lang="en-GB"/>
        </a:p>
      </dgm:t>
    </dgm:pt>
    <dgm:pt modelId="{54BED89B-1334-48E6-9A2C-8952C850B5F5}" type="sibTrans" cxnId="{CE27FCDF-2529-49A9-BE8B-ED064FC485FE}">
      <dgm:prSet/>
      <dgm:spPr/>
      <dgm:t>
        <a:bodyPr/>
        <a:lstStyle/>
        <a:p>
          <a:endParaRPr lang="en-GB"/>
        </a:p>
      </dgm:t>
    </dgm:pt>
    <dgm:pt modelId="{8B087006-8A56-4BFA-920F-CC9DCC8CD5D8}">
      <dgm:prSet phldrT="[Text]" phldr="0"/>
      <dgm:spPr/>
      <dgm:t>
        <a:bodyPr/>
        <a:lstStyle/>
        <a:p>
          <a:r>
            <a:rPr lang="en-GB" dirty="0"/>
            <a:t>European Innovation Council</a:t>
          </a:r>
        </a:p>
      </dgm:t>
    </dgm:pt>
    <dgm:pt modelId="{6E70B524-A8D7-406E-905F-147EBF299373}" type="parTrans" cxnId="{9A7D5B8C-8D4D-41D2-816C-CE71B7DF953F}">
      <dgm:prSet/>
      <dgm:spPr/>
      <dgm:t>
        <a:bodyPr/>
        <a:lstStyle/>
        <a:p>
          <a:endParaRPr lang="en-GB"/>
        </a:p>
      </dgm:t>
    </dgm:pt>
    <dgm:pt modelId="{53FA65FE-3B2C-4DC2-A4AE-E2A09E98C160}" type="sibTrans" cxnId="{9A7D5B8C-8D4D-41D2-816C-CE71B7DF953F}">
      <dgm:prSet/>
      <dgm:spPr/>
      <dgm:t>
        <a:bodyPr/>
        <a:lstStyle/>
        <a:p>
          <a:endParaRPr lang="en-GB"/>
        </a:p>
      </dgm:t>
    </dgm:pt>
    <dgm:pt modelId="{3492E9A3-8611-422B-94B1-45F1296CAD89}">
      <dgm:prSet phldrT="[Text]" phldr="0"/>
      <dgm:spPr/>
      <dgm:t>
        <a:bodyPr/>
        <a:lstStyle/>
        <a:p>
          <a:r>
            <a:rPr lang="en-GB" dirty="0"/>
            <a:t>NNF Pioneer Innovator Grant</a:t>
          </a:r>
        </a:p>
      </dgm:t>
    </dgm:pt>
    <dgm:pt modelId="{1F62178F-6B6D-4984-AD95-93828B7BAD00}" type="parTrans" cxnId="{B4D0BDE4-621F-43AC-AEF8-3977F4D4127C}">
      <dgm:prSet/>
      <dgm:spPr/>
      <dgm:t>
        <a:bodyPr/>
        <a:lstStyle/>
        <a:p>
          <a:endParaRPr lang="en-GB"/>
        </a:p>
      </dgm:t>
    </dgm:pt>
    <dgm:pt modelId="{2AE2A472-25AC-4DA1-A335-8E0101246EA0}" type="sibTrans" cxnId="{B4D0BDE4-621F-43AC-AEF8-3977F4D4127C}">
      <dgm:prSet/>
      <dgm:spPr/>
      <dgm:t>
        <a:bodyPr/>
        <a:lstStyle/>
        <a:p>
          <a:endParaRPr lang="en-GB"/>
        </a:p>
      </dgm:t>
    </dgm:pt>
    <dgm:pt modelId="{D8171287-04F5-4997-9999-CBE33D3E615A}">
      <dgm:prSet phldrT="[Text]" phldr="0"/>
      <dgm:spPr/>
      <dgm:t>
        <a:bodyPr/>
        <a:lstStyle/>
        <a:p>
          <a:r>
            <a:rPr lang="en-GB" dirty="0"/>
            <a:t>POC TO GO</a:t>
          </a:r>
        </a:p>
      </dgm:t>
    </dgm:pt>
    <dgm:pt modelId="{4D17A1D7-6B1C-4BF3-A495-E9B5A2C0099C}" type="parTrans" cxnId="{48451B5B-319A-45B8-999C-D06C2F86F214}">
      <dgm:prSet/>
      <dgm:spPr/>
      <dgm:t>
        <a:bodyPr/>
        <a:lstStyle/>
        <a:p>
          <a:endParaRPr lang="en-GB"/>
        </a:p>
      </dgm:t>
    </dgm:pt>
    <dgm:pt modelId="{5958A76C-68F3-4A15-B519-A0F2CBE07749}" type="sibTrans" cxnId="{48451B5B-319A-45B8-999C-D06C2F86F214}">
      <dgm:prSet/>
      <dgm:spPr/>
      <dgm:t>
        <a:bodyPr/>
        <a:lstStyle/>
        <a:p>
          <a:endParaRPr lang="en-GB"/>
        </a:p>
      </dgm:t>
    </dgm:pt>
    <dgm:pt modelId="{2F8CAEBE-2ED5-49A2-8FE0-2F6BBD8DBCA9}">
      <dgm:prSet phldrT="[Text]" phldr="0"/>
      <dgm:spPr/>
      <dgm:t>
        <a:bodyPr/>
        <a:lstStyle/>
        <a:p>
          <a:r>
            <a:rPr lang="en-GB" dirty="0"/>
            <a:t>IDF </a:t>
          </a:r>
          <a:r>
            <a:rPr lang="en-GB" dirty="0" err="1"/>
            <a:t>Innofounder</a:t>
          </a:r>
          <a:endParaRPr lang="en-GB" dirty="0"/>
        </a:p>
      </dgm:t>
    </dgm:pt>
    <dgm:pt modelId="{9525E547-EAE4-407A-A2CF-C482FFABCF8B}" type="parTrans" cxnId="{9168267C-3367-4C7F-895C-770B972F48A7}">
      <dgm:prSet/>
      <dgm:spPr/>
      <dgm:t>
        <a:bodyPr/>
        <a:lstStyle/>
        <a:p>
          <a:endParaRPr lang="en-GB"/>
        </a:p>
      </dgm:t>
    </dgm:pt>
    <dgm:pt modelId="{310C5DA2-7366-40E6-8E3A-1F42A3789355}" type="sibTrans" cxnId="{9168267C-3367-4C7F-895C-770B972F48A7}">
      <dgm:prSet/>
      <dgm:spPr/>
      <dgm:t>
        <a:bodyPr/>
        <a:lstStyle/>
        <a:p>
          <a:endParaRPr lang="en-GB"/>
        </a:p>
      </dgm:t>
    </dgm:pt>
    <dgm:pt modelId="{AAA44965-E60A-4D65-8496-A4234899628F}" type="pres">
      <dgm:prSet presAssocID="{23EDA6B2-A82F-440F-B2D1-23E499E0BB1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444F7B68-3EF2-494A-8D90-F42A985943F8}" type="pres">
      <dgm:prSet presAssocID="{F7687C64-B567-43A7-BB03-E56585E10943}" presName="horFlow" presStyleCnt="0"/>
      <dgm:spPr/>
    </dgm:pt>
    <dgm:pt modelId="{55CB705D-9AE6-4DDB-9AC9-B7BE03657431}" type="pres">
      <dgm:prSet presAssocID="{F7687C64-B567-43A7-BB03-E56585E10943}" presName="bigChev" presStyleLbl="node1" presStyleIdx="0" presStyleCnt="3"/>
      <dgm:spPr/>
    </dgm:pt>
    <dgm:pt modelId="{D59F6E32-13A2-4BC9-AA89-6ECEFAA03B26}" type="pres">
      <dgm:prSet presAssocID="{6BB85C4D-86DD-4336-8B23-19E027B4D368}" presName="parTrans" presStyleCnt="0"/>
      <dgm:spPr/>
    </dgm:pt>
    <dgm:pt modelId="{2C8A6C01-43CE-4F2B-96FD-6D094404C1CC}" type="pres">
      <dgm:prSet presAssocID="{8EB6E97A-C899-48D2-95A4-B84E2BC6D155}" presName="node" presStyleLbl="alignAccFollowNode1" presStyleIdx="0" presStyleCnt="6">
        <dgm:presLayoutVars>
          <dgm:bulletEnabled val="1"/>
        </dgm:presLayoutVars>
      </dgm:prSet>
      <dgm:spPr/>
    </dgm:pt>
    <dgm:pt modelId="{86F8AC4F-6522-4FAF-BBC1-79C790C6C491}" type="pres">
      <dgm:prSet presAssocID="{8A8F464F-37F4-46A3-9C1D-091119F79BE8}" presName="sibTrans" presStyleCnt="0"/>
      <dgm:spPr/>
    </dgm:pt>
    <dgm:pt modelId="{2AB20023-2DC3-4D8A-888F-B3CD0838FACA}" type="pres">
      <dgm:prSet presAssocID="{EA7EA5D8-9B25-4011-9F3B-A7793C4A8A7E}" presName="node" presStyleLbl="alignAccFollowNode1" presStyleIdx="1" presStyleCnt="6">
        <dgm:presLayoutVars>
          <dgm:bulletEnabled val="1"/>
        </dgm:presLayoutVars>
      </dgm:prSet>
      <dgm:spPr/>
    </dgm:pt>
    <dgm:pt modelId="{238DC5F0-47CC-4614-A931-409623430C3C}" type="pres">
      <dgm:prSet presAssocID="{F7687C64-B567-43A7-BB03-E56585E10943}" presName="vSp" presStyleCnt="0"/>
      <dgm:spPr/>
    </dgm:pt>
    <dgm:pt modelId="{F53DDD71-BC15-450A-90FB-058FF9A6A946}" type="pres">
      <dgm:prSet presAssocID="{65AC930F-75C3-49E0-A09E-A5D58AD30C94}" presName="horFlow" presStyleCnt="0"/>
      <dgm:spPr/>
    </dgm:pt>
    <dgm:pt modelId="{D7A069F0-DF29-47F8-B481-157D42E0279A}" type="pres">
      <dgm:prSet presAssocID="{65AC930F-75C3-49E0-A09E-A5D58AD30C94}" presName="bigChev" presStyleLbl="node1" presStyleIdx="1" presStyleCnt="3"/>
      <dgm:spPr/>
    </dgm:pt>
    <dgm:pt modelId="{EB495AA0-C641-4876-8551-B9448509D6D2}" type="pres">
      <dgm:prSet presAssocID="{65BED6FC-EBD3-4157-9026-FE46EF1E6FFC}" presName="parTrans" presStyleCnt="0"/>
      <dgm:spPr/>
    </dgm:pt>
    <dgm:pt modelId="{95B9E1FC-8A04-472C-91C9-A4C5B3818B21}" type="pres">
      <dgm:prSet presAssocID="{F9B59CDB-D0D9-4463-9FE7-6F67F176B334}" presName="node" presStyleLbl="alignAccFollowNode1" presStyleIdx="2" presStyleCnt="6">
        <dgm:presLayoutVars>
          <dgm:bulletEnabled val="1"/>
        </dgm:presLayoutVars>
      </dgm:prSet>
      <dgm:spPr/>
    </dgm:pt>
    <dgm:pt modelId="{21047FB4-7B27-4A81-AA95-D8D446410B5C}" type="pres">
      <dgm:prSet presAssocID="{54BED89B-1334-48E6-9A2C-8952C850B5F5}" presName="sibTrans" presStyleCnt="0"/>
      <dgm:spPr/>
    </dgm:pt>
    <dgm:pt modelId="{8E0A2CC5-49D6-4159-8F5E-A5DF73BC3F41}" type="pres">
      <dgm:prSet presAssocID="{8B087006-8A56-4BFA-920F-CC9DCC8CD5D8}" presName="node" presStyleLbl="alignAccFollowNode1" presStyleIdx="3" presStyleCnt="6">
        <dgm:presLayoutVars>
          <dgm:bulletEnabled val="1"/>
        </dgm:presLayoutVars>
      </dgm:prSet>
      <dgm:spPr/>
    </dgm:pt>
    <dgm:pt modelId="{8C16ADB9-5771-4356-92D4-30147DBB4FA7}" type="pres">
      <dgm:prSet presAssocID="{65AC930F-75C3-49E0-A09E-A5D58AD30C94}" presName="vSp" presStyleCnt="0"/>
      <dgm:spPr/>
    </dgm:pt>
    <dgm:pt modelId="{2CDE3F90-D0C4-499B-B32B-765C70B83D8A}" type="pres">
      <dgm:prSet presAssocID="{3492E9A3-8611-422B-94B1-45F1296CAD89}" presName="horFlow" presStyleCnt="0"/>
      <dgm:spPr/>
    </dgm:pt>
    <dgm:pt modelId="{3557C6A3-C787-445B-A0A0-3CDBAFA8F4B5}" type="pres">
      <dgm:prSet presAssocID="{3492E9A3-8611-422B-94B1-45F1296CAD89}" presName="bigChev" presStyleLbl="node1" presStyleIdx="2" presStyleCnt="3"/>
      <dgm:spPr/>
    </dgm:pt>
    <dgm:pt modelId="{9736B64D-081F-42A2-B76E-2B05795BBCC3}" type="pres">
      <dgm:prSet presAssocID="{4D17A1D7-6B1C-4BF3-A495-E9B5A2C0099C}" presName="parTrans" presStyleCnt="0"/>
      <dgm:spPr/>
    </dgm:pt>
    <dgm:pt modelId="{409E8011-608F-49A0-94D4-12A2D71E0D91}" type="pres">
      <dgm:prSet presAssocID="{D8171287-04F5-4997-9999-CBE33D3E615A}" presName="node" presStyleLbl="alignAccFollowNode1" presStyleIdx="4" presStyleCnt="6">
        <dgm:presLayoutVars>
          <dgm:bulletEnabled val="1"/>
        </dgm:presLayoutVars>
      </dgm:prSet>
      <dgm:spPr/>
    </dgm:pt>
    <dgm:pt modelId="{D9F9C2C2-91D7-4943-B34D-03DC562D0EE5}" type="pres">
      <dgm:prSet presAssocID="{5958A76C-68F3-4A15-B519-A0F2CBE07749}" presName="sibTrans" presStyleCnt="0"/>
      <dgm:spPr/>
    </dgm:pt>
    <dgm:pt modelId="{F63A6882-32D5-494D-94A3-5CA3FE22EBA5}" type="pres">
      <dgm:prSet presAssocID="{2F8CAEBE-2ED5-49A2-8FE0-2F6BBD8DBCA9}" presName="node" presStyleLbl="alignAccFollowNode1" presStyleIdx="5" presStyleCnt="6">
        <dgm:presLayoutVars>
          <dgm:bulletEnabled val="1"/>
        </dgm:presLayoutVars>
      </dgm:prSet>
      <dgm:spPr/>
    </dgm:pt>
  </dgm:ptLst>
  <dgm:cxnLst>
    <dgm:cxn modelId="{03C8E527-03B6-4F47-A62E-04AFE0552520}" srcId="{F7687C64-B567-43A7-BB03-E56585E10943}" destId="{8EB6E97A-C899-48D2-95A4-B84E2BC6D155}" srcOrd="0" destOrd="0" parTransId="{6BB85C4D-86DD-4336-8B23-19E027B4D368}" sibTransId="{8A8F464F-37F4-46A3-9C1D-091119F79BE8}"/>
    <dgm:cxn modelId="{28C2BB29-5E9F-4F80-AB21-94E8095A976F}" type="presOf" srcId="{65AC930F-75C3-49E0-A09E-A5D58AD30C94}" destId="{D7A069F0-DF29-47F8-B481-157D42E0279A}" srcOrd="0" destOrd="0" presId="urn:microsoft.com/office/officeart/2005/8/layout/lProcess3"/>
    <dgm:cxn modelId="{48451B5B-319A-45B8-999C-D06C2F86F214}" srcId="{3492E9A3-8611-422B-94B1-45F1296CAD89}" destId="{D8171287-04F5-4997-9999-CBE33D3E615A}" srcOrd="0" destOrd="0" parTransId="{4D17A1D7-6B1C-4BF3-A495-E9B5A2C0099C}" sibTransId="{5958A76C-68F3-4A15-B519-A0F2CBE07749}"/>
    <dgm:cxn modelId="{0026E75C-6F26-45AC-BBAC-57846C5649C2}" srcId="{23EDA6B2-A82F-440F-B2D1-23E499E0BB10}" destId="{F7687C64-B567-43A7-BB03-E56585E10943}" srcOrd="0" destOrd="0" parTransId="{83B1DD0B-7D85-4FE4-B049-93EA57E23B4A}" sibTransId="{04B24B4C-BF22-4688-A37D-05F8355C6DE8}"/>
    <dgm:cxn modelId="{4B4DA441-003F-4636-B307-09AB9AA1215D}" type="presOf" srcId="{8EB6E97A-C899-48D2-95A4-B84E2BC6D155}" destId="{2C8A6C01-43CE-4F2B-96FD-6D094404C1CC}" srcOrd="0" destOrd="0" presId="urn:microsoft.com/office/officeart/2005/8/layout/lProcess3"/>
    <dgm:cxn modelId="{220C734E-8387-4BE8-B235-EEF32929A51E}" type="presOf" srcId="{F7687C64-B567-43A7-BB03-E56585E10943}" destId="{55CB705D-9AE6-4DDB-9AC9-B7BE03657431}" srcOrd="0" destOrd="0" presId="urn:microsoft.com/office/officeart/2005/8/layout/lProcess3"/>
    <dgm:cxn modelId="{9168267C-3367-4C7F-895C-770B972F48A7}" srcId="{3492E9A3-8611-422B-94B1-45F1296CAD89}" destId="{2F8CAEBE-2ED5-49A2-8FE0-2F6BBD8DBCA9}" srcOrd="1" destOrd="0" parTransId="{9525E547-EAE4-407A-A2CF-C482FFABCF8B}" sibTransId="{310C5DA2-7366-40E6-8E3A-1F42A3789355}"/>
    <dgm:cxn modelId="{9A7D5B8C-8D4D-41D2-816C-CE71B7DF953F}" srcId="{65AC930F-75C3-49E0-A09E-A5D58AD30C94}" destId="{8B087006-8A56-4BFA-920F-CC9DCC8CD5D8}" srcOrd="1" destOrd="0" parTransId="{6E70B524-A8D7-406E-905F-147EBF299373}" sibTransId="{53FA65FE-3B2C-4DC2-A4AE-E2A09E98C160}"/>
    <dgm:cxn modelId="{48FACC91-1C31-4729-A502-D175B3027A2B}" type="presOf" srcId="{D8171287-04F5-4997-9999-CBE33D3E615A}" destId="{409E8011-608F-49A0-94D4-12A2D71E0D91}" srcOrd="0" destOrd="0" presId="urn:microsoft.com/office/officeart/2005/8/layout/lProcess3"/>
    <dgm:cxn modelId="{B0D51AAA-27E7-448C-87E0-F5C723ED4470}" srcId="{23EDA6B2-A82F-440F-B2D1-23E499E0BB10}" destId="{65AC930F-75C3-49E0-A09E-A5D58AD30C94}" srcOrd="1" destOrd="0" parTransId="{EC8285A9-10B8-4E14-9D15-6D9064E31C0C}" sibTransId="{61D32D7B-D80B-4F43-ADC0-88C584EC3C6B}"/>
    <dgm:cxn modelId="{2C3941CA-E446-4B6A-942A-3EE70685899C}" type="presOf" srcId="{EA7EA5D8-9B25-4011-9F3B-A7793C4A8A7E}" destId="{2AB20023-2DC3-4D8A-888F-B3CD0838FACA}" srcOrd="0" destOrd="0" presId="urn:microsoft.com/office/officeart/2005/8/layout/lProcess3"/>
    <dgm:cxn modelId="{E08627D6-DA83-4E92-B2D0-A23C4EBF72CD}" type="presOf" srcId="{3492E9A3-8611-422B-94B1-45F1296CAD89}" destId="{3557C6A3-C787-445B-A0A0-3CDBAFA8F4B5}" srcOrd="0" destOrd="0" presId="urn:microsoft.com/office/officeart/2005/8/layout/lProcess3"/>
    <dgm:cxn modelId="{CE27FCDF-2529-49A9-BE8B-ED064FC485FE}" srcId="{65AC930F-75C3-49E0-A09E-A5D58AD30C94}" destId="{F9B59CDB-D0D9-4463-9FE7-6F67F176B334}" srcOrd="0" destOrd="0" parTransId="{65BED6FC-EBD3-4157-9026-FE46EF1E6FFC}" sibTransId="{54BED89B-1334-48E6-9A2C-8952C850B5F5}"/>
    <dgm:cxn modelId="{B4D0BDE4-621F-43AC-AEF8-3977F4D4127C}" srcId="{23EDA6B2-A82F-440F-B2D1-23E499E0BB10}" destId="{3492E9A3-8611-422B-94B1-45F1296CAD89}" srcOrd="2" destOrd="0" parTransId="{1F62178F-6B6D-4984-AD95-93828B7BAD00}" sibTransId="{2AE2A472-25AC-4DA1-A335-8E0101246EA0}"/>
    <dgm:cxn modelId="{2ADD11E5-DD1E-4120-A173-0B8D7D2F7C71}" type="presOf" srcId="{2F8CAEBE-2ED5-49A2-8FE0-2F6BBD8DBCA9}" destId="{F63A6882-32D5-494D-94A3-5CA3FE22EBA5}" srcOrd="0" destOrd="0" presId="urn:microsoft.com/office/officeart/2005/8/layout/lProcess3"/>
    <dgm:cxn modelId="{BF40D8EF-2360-4FD4-8EB1-13DA042A65C3}" type="presOf" srcId="{23EDA6B2-A82F-440F-B2D1-23E499E0BB10}" destId="{AAA44965-E60A-4D65-8496-A4234899628F}" srcOrd="0" destOrd="0" presId="urn:microsoft.com/office/officeart/2005/8/layout/lProcess3"/>
    <dgm:cxn modelId="{A77B08F4-1510-4E7B-8030-72ED7DCC93F5}" type="presOf" srcId="{8B087006-8A56-4BFA-920F-CC9DCC8CD5D8}" destId="{8E0A2CC5-49D6-4159-8F5E-A5DF73BC3F41}" srcOrd="0" destOrd="0" presId="urn:microsoft.com/office/officeart/2005/8/layout/lProcess3"/>
    <dgm:cxn modelId="{D9332CF9-5E85-4FE1-8C71-20948D37DEF1}" type="presOf" srcId="{F9B59CDB-D0D9-4463-9FE7-6F67F176B334}" destId="{95B9E1FC-8A04-472C-91C9-A4C5B3818B21}" srcOrd="0" destOrd="0" presId="urn:microsoft.com/office/officeart/2005/8/layout/lProcess3"/>
    <dgm:cxn modelId="{663D3FFA-C95C-4FE1-B4EC-E2A1D5F3328A}" srcId="{F7687C64-B567-43A7-BB03-E56585E10943}" destId="{EA7EA5D8-9B25-4011-9F3B-A7793C4A8A7E}" srcOrd="1" destOrd="0" parTransId="{B4AB52FF-121E-47FD-947A-64523706D20D}" sibTransId="{8D2E0A8B-BC17-4C96-8D04-1E46CF9B2A2E}"/>
    <dgm:cxn modelId="{B30EF1BB-D4D1-40C5-80FB-D84FF864298D}" type="presParOf" srcId="{AAA44965-E60A-4D65-8496-A4234899628F}" destId="{444F7B68-3EF2-494A-8D90-F42A985943F8}" srcOrd="0" destOrd="0" presId="urn:microsoft.com/office/officeart/2005/8/layout/lProcess3"/>
    <dgm:cxn modelId="{EE92F504-DA9F-45CF-85D2-909EEE28D4B0}" type="presParOf" srcId="{444F7B68-3EF2-494A-8D90-F42A985943F8}" destId="{55CB705D-9AE6-4DDB-9AC9-B7BE03657431}" srcOrd="0" destOrd="0" presId="urn:microsoft.com/office/officeart/2005/8/layout/lProcess3"/>
    <dgm:cxn modelId="{806A13AB-F9C5-42DE-9DCA-2DB67738C460}" type="presParOf" srcId="{444F7B68-3EF2-494A-8D90-F42A985943F8}" destId="{D59F6E32-13A2-4BC9-AA89-6ECEFAA03B26}" srcOrd="1" destOrd="0" presId="urn:microsoft.com/office/officeart/2005/8/layout/lProcess3"/>
    <dgm:cxn modelId="{0B3D4695-BA9F-4ED9-8433-06D62351C38C}" type="presParOf" srcId="{444F7B68-3EF2-494A-8D90-F42A985943F8}" destId="{2C8A6C01-43CE-4F2B-96FD-6D094404C1CC}" srcOrd="2" destOrd="0" presId="urn:microsoft.com/office/officeart/2005/8/layout/lProcess3"/>
    <dgm:cxn modelId="{F12FA8EB-5346-42FC-BDA6-47E44054C8BB}" type="presParOf" srcId="{444F7B68-3EF2-494A-8D90-F42A985943F8}" destId="{86F8AC4F-6522-4FAF-BBC1-79C790C6C491}" srcOrd="3" destOrd="0" presId="urn:microsoft.com/office/officeart/2005/8/layout/lProcess3"/>
    <dgm:cxn modelId="{859C3754-2CED-4916-B925-838BF3401627}" type="presParOf" srcId="{444F7B68-3EF2-494A-8D90-F42A985943F8}" destId="{2AB20023-2DC3-4D8A-888F-B3CD0838FACA}" srcOrd="4" destOrd="0" presId="urn:microsoft.com/office/officeart/2005/8/layout/lProcess3"/>
    <dgm:cxn modelId="{7F4B52F3-4303-4EC7-9160-93A3C6A6EDCB}" type="presParOf" srcId="{AAA44965-E60A-4D65-8496-A4234899628F}" destId="{238DC5F0-47CC-4614-A931-409623430C3C}" srcOrd="1" destOrd="0" presId="urn:microsoft.com/office/officeart/2005/8/layout/lProcess3"/>
    <dgm:cxn modelId="{BBC6B56B-209F-413B-9F04-EE68B88AD29A}" type="presParOf" srcId="{AAA44965-E60A-4D65-8496-A4234899628F}" destId="{F53DDD71-BC15-450A-90FB-058FF9A6A946}" srcOrd="2" destOrd="0" presId="urn:microsoft.com/office/officeart/2005/8/layout/lProcess3"/>
    <dgm:cxn modelId="{812D200F-E28F-4351-9D55-D4EE2F2AB4CF}" type="presParOf" srcId="{F53DDD71-BC15-450A-90FB-058FF9A6A946}" destId="{D7A069F0-DF29-47F8-B481-157D42E0279A}" srcOrd="0" destOrd="0" presId="urn:microsoft.com/office/officeart/2005/8/layout/lProcess3"/>
    <dgm:cxn modelId="{73A2E0A3-C590-4339-BDB2-F17497B1F8F0}" type="presParOf" srcId="{F53DDD71-BC15-450A-90FB-058FF9A6A946}" destId="{EB495AA0-C641-4876-8551-B9448509D6D2}" srcOrd="1" destOrd="0" presId="urn:microsoft.com/office/officeart/2005/8/layout/lProcess3"/>
    <dgm:cxn modelId="{5BFD7CF5-EA30-4A71-8B72-671614B2CD01}" type="presParOf" srcId="{F53DDD71-BC15-450A-90FB-058FF9A6A946}" destId="{95B9E1FC-8A04-472C-91C9-A4C5B3818B21}" srcOrd="2" destOrd="0" presId="urn:microsoft.com/office/officeart/2005/8/layout/lProcess3"/>
    <dgm:cxn modelId="{8B1A7002-71D5-471F-93FE-29AB03CB58CB}" type="presParOf" srcId="{F53DDD71-BC15-450A-90FB-058FF9A6A946}" destId="{21047FB4-7B27-4A81-AA95-D8D446410B5C}" srcOrd="3" destOrd="0" presId="urn:microsoft.com/office/officeart/2005/8/layout/lProcess3"/>
    <dgm:cxn modelId="{CEC97D67-0BFD-48AC-A477-26398DED18F2}" type="presParOf" srcId="{F53DDD71-BC15-450A-90FB-058FF9A6A946}" destId="{8E0A2CC5-49D6-4159-8F5E-A5DF73BC3F41}" srcOrd="4" destOrd="0" presId="urn:microsoft.com/office/officeart/2005/8/layout/lProcess3"/>
    <dgm:cxn modelId="{17D5B950-9358-4167-A41C-227F539CFABE}" type="presParOf" srcId="{AAA44965-E60A-4D65-8496-A4234899628F}" destId="{8C16ADB9-5771-4356-92D4-30147DBB4FA7}" srcOrd="3" destOrd="0" presId="urn:microsoft.com/office/officeart/2005/8/layout/lProcess3"/>
    <dgm:cxn modelId="{9DD6A6B4-D332-451E-A0AB-69167D9DBBAD}" type="presParOf" srcId="{AAA44965-E60A-4D65-8496-A4234899628F}" destId="{2CDE3F90-D0C4-499B-B32B-765C70B83D8A}" srcOrd="4" destOrd="0" presId="urn:microsoft.com/office/officeart/2005/8/layout/lProcess3"/>
    <dgm:cxn modelId="{07C3BEB9-25A0-4001-BCE1-208143C804C3}" type="presParOf" srcId="{2CDE3F90-D0C4-499B-B32B-765C70B83D8A}" destId="{3557C6A3-C787-445B-A0A0-3CDBAFA8F4B5}" srcOrd="0" destOrd="0" presId="urn:microsoft.com/office/officeart/2005/8/layout/lProcess3"/>
    <dgm:cxn modelId="{AB6D8E46-134E-4A93-9CD9-B3B459765571}" type="presParOf" srcId="{2CDE3F90-D0C4-499B-B32B-765C70B83D8A}" destId="{9736B64D-081F-42A2-B76E-2B05795BBCC3}" srcOrd="1" destOrd="0" presId="urn:microsoft.com/office/officeart/2005/8/layout/lProcess3"/>
    <dgm:cxn modelId="{7371901E-6FD3-46C1-B978-C0ACEB4E074B}" type="presParOf" srcId="{2CDE3F90-D0C4-499B-B32B-765C70B83D8A}" destId="{409E8011-608F-49A0-94D4-12A2D71E0D91}" srcOrd="2" destOrd="0" presId="urn:microsoft.com/office/officeart/2005/8/layout/lProcess3"/>
    <dgm:cxn modelId="{D7D1EBC7-3B26-4021-B055-25EB550AE9C0}" type="presParOf" srcId="{2CDE3F90-D0C4-499B-B32B-765C70B83D8A}" destId="{D9F9C2C2-91D7-4943-B34D-03DC562D0EE5}" srcOrd="3" destOrd="0" presId="urn:microsoft.com/office/officeart/2005/8/layout/lProcess3"/>
    <dgm:cxn modelId="{54BFD0C9-9396-4AE8-843B-CA1EFFA60472}" type="presParOf" srcId="{2CDE3F90-D0C4-499B-B32B-765C70B83D8A}" destId="{F63A6882-32D5-494D-94A3-5CA3FE22EBA5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EDA6B2-A82F-440F-B2D1-23E499E0BB10}" type="doc">
      <dgm:prSet loTypeId="urn:microsoft.com/office/officeart/2005/8/layout/lProcess3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F7687C64-B567-43A7-BB03-E56585E10943}">
      <dgm:prSet phldrT="[Text]" phldr="0"/>
      <dgm:spPr/>
      <dgm:t>
        <a:bodyPr/>
        <a:lstStyle/>
        <a:p>
          <a:r>
            <a:rPr lang="en-GB" dirty="0"/>
            <a:t>POC TO GO</a:t>
          </a:r>
        </a:p>
      </dgm:t>
    </dgm:pt>
    <dgm:pt modelId="{83B1DD0B-7D85-4FE4-B049-93EA57E23B4A}" type="parTrans" cxnId="{0026E75C-6F26-45AC-BBAC-57846C5649C2}">
      <dgm:prSet/>
      <dgm:spPr/>
      <dgm:t>
        <a:bodyPr/>
        <a:lstStyle/>
        <a:p>
          <a:endParaRPr lang="en-GB"/>
        </a:p>
      </dgm:t>
    </dgm:pt>
    <dgm:pt modelId="{04B24B4C-BF22-4688-A37D-05F8355C6DE8}" type="sibTrans" cxnId="{0026E75C-6F26-45AC-BBAC-57846C5649C2}">
      <dgm:prSet/>
      <dgm:spPr/>
      <dgm:t>
        <a:bodyPr/>
        <a:lstStyle/>
        <a:p>
          <a:endParaRPr lang="en-GB"/>
        </a:p>
      </dgm:t>
    </dgm:pt>
    <dgm:pt modelId="{8EB6E97A-C899-48D2-95A4-B84E2BC6D155}">
      <dgm:prSet phldrT="[Text]" phldr="0"/>
      <dgm:spPr/>
      <dgm:t>
        <a:bodyPr/>
        <a:lstStyle/>
        <a:p>
          <a:r>
            <a:rPr lang="en-GB" dirty="0"/>
            <a:t>POC TO GO</a:t>
          </a:r>
        </a:p>
      </dgm:t>
    </dgm:pt>
    <dgm:pt modelId="{6BB85C4D-86DD-4336-8B23-19E027B4D368}" type="parTrans" cxnId="{03C8E527-03B6-4F47-A62E-04AFE0552520}">
      <dgm:prSet/>
      <dgm:spPr/>
      <dgm:t>
        <a:bodyPr/>
        <a:lstStyle/>
        <a:p>
          <a:endParaRPr lang="en-GB"/>
        </a:p>
      </dgm:t>
    </dgm:pt>
    <dgm:pt modelId="{8A8F464F-37F4-46A3-9C1D-091119F79BE8}" type="sibTrans" cxnId="{03C8E527-03B6-4F47-A62E-04AFE0552520}">
      <dgm:prSet/>
      <dgm:spPr/>
      <dgm:t>
        <a:bodyPr/>
        <a:lstStyle/>
        <a:p>
          <a:endParaRPr lang="en-GB"/>
        </a:p>
      </dgm:t>
    </dgm:pt>
    <dgm:pt modelId="{EA7EA5D8-9B25-4011-9F3B-A7793C4A8A7E}">
      <dgm:prSet phldrT="[Text]" phldr="0"/>
      <dgm:spPr/>
      <dgm:t>
        <a:bodyPr/>
        <a:lstStyle/>
        <a:p>
          <a:r>
            <a:rPr lang="en-GB" dirty="0"/>
            <a:t>IDF </a:t>
          </a:r>
          <a:r>
            <a:rPr lang="en-GB" dirty="0" err="1"/>
            <a:t>Innoexplorer</a:t>
          </a:r>
          <a:endParaRPr lang="en-GB" dirty="0"/>
        </a:p>
      </dgm:t>
    </dgm:pt>
    <dgm:pt modelId="{B4AB52FF-121E-47FD-947A-64523706D20D}" type="parTrans" cxnId="{663D3FFA-C95C-4FE1-B4EC-E2A1D5F3328A}">
      <dgm:prSet/>
      <dgm:spPr/>
      <dgm:t>
        <a:bodyPr/>
        <a:lstStyle/>
        <a:p>
          <a:endParaRPr lang="en-GB"/>
        </a:p>
      </dgm:t>
    </dgm:pt>
    <dgm:pt modelId="{8D2E0A8B-BC17-4C96-8D04-1E46CF9B2A2E}" type="sibTrans" cxnId="{663D3FFA-C95C-4FE1-B4EC-E2A1D5F3328A}">
      <dgm:prSet/>
      <dgm:spPr/>
      <dgm:t>
        <a:bodyPr/>
        <a:lstStyle/>
        <a:p>
          <a:endParaRPr lang="en-GB"/>
        </a:p>
      </dgm:t>
    </dgm:pt>
    <dgm:pt modelId="{65AC930F-75C3-49E0-A09E-A5D58AD30C94}">
      <dgm:prSet phldrT="[Text]" phldr="0"/>
      <dgm:spPr/>
      <dgm:t>
        <a:bodyPr/>
        <a:lstStyle/>
        <a:p>
          <a:r>
            <a:rPr lang="en-GB" dirty="0"/>
            <a:t>POC TO GO</a:t>
          </a:r>
        </a:p>
      </dgm:t>
    </dgm:pt>
    <dgm:pt modelId="{EC8285A9-10B8-4E14-9D15-6D9064E31C0C}" type="parTrans" cxnId="{B0D51AAA-27E7-448C-87E0-F5C723ED4470}">
      <dgm:prSet/>
      <dgm:spPr/>
      <dgm:t>
        <a:bodyPr/>
        <a:lstStyle/>
        <a:p>
          <a:endParaRPr lang="en-GB"/>
        </a:p>
      </dgm:t>
    </dgm:pt>
    <dgm:pt modelId="{61D32D7B-D80B-4F43-ADC0-88C584EC3C6B}" type="sibTrans" cxnId="{B0D51AAA-27E7-448C-87E0-F5C723ED4470}">
      <dgm:prSet/>
      <dgm:spPr/>
      <dgm:t>
        <a:bodyPr/>
        <a:lstStyle/>
        <a:p>
          <a:endParaRPr lang="en-GB"/>
        </a:p>
      </dgm:t>
    </dgm:pt>
    <dgm:pt modelId="{F9B59CDB-D0D9-4463-9FE7-6F67F176B334}">
      <dgm:prSet phldrT="[Text]" phldr="0"/>
      <dgm:spPr/>
      <dgm:t>
        <a:bodyPr/>
        <a:lstStyle/>
        <a:p>
          <a:r>
            <a:rPr lang="en-GB" dirty="0"/>
            <a:t>IDF </a:t>
          </a:r>
          <a:r>
            <a:rPr lang="en-GB" dirty="0" err="1"/>
            <a:t>Innofounder</a:t>
          </a:r>
          <a:r>
            <a:rPr lang="en-GB" dirty="0"/>
            <a:t>  </a:t>
          </a:r>
        </a:p>
      </dgm:t>
    </dgm:pt>
    <dgm:pt modelId="{65BED6FC-EBD3-4157-9026-FE46EF1E6FFC}" type="parTrans" cxnId="{CE27FCDF-2529-49A9-BE8B-ED064FC485FE}">
      <dgm:prSet/>
      <dgm:spPr/>
      <dgm:t>
        <a:bodyPr/>
        <a:lstStyle/>
        <a:p>
          <a:endParaRPr lang="en-GB"/>
        </a:p>
      </dgm:t>
    </dgm:pt>
    <dgm:pt modelId="{54BED89B-1334-48E6-9A2C-8952C850B5F5}" type="sibTrans" cxnId="{CE27FCDF-2529-49A9-BE8B-ED064FC485FE}">
      <dgm:prSet/>
      <dgm:spPr/>
      <dgm:t>
        <a:bodyPr/>
        <a:lstStyle/>
        <a:p>
          <a:endParaRPr lang="en-GB"/>
        </a:p>
      </dgm:t>
    </dgm:pt>
    <dgm:pt modelId="{8B087006-8A56-4BFA-920F-CC9DCC8CD5D8}">
      <dgm:prSet phldrT="[Text]" phldr="0"/>
      <dgm:spPr/>
      <dgm:t>
        <a:bodyPr/>
        <a:lstStyle/>
        <a:p>
          <a:r>
            <a:rPr lang="en-GB" dirty="0"/>
            <a:t>IDF </a:t>
          </a:r>
          <a:r>
            <a:rPr lang="en-GB" dirty="0" err="1"/>
            <a:t>Innobooster</a:t>
          </a:r>
          <a:r>
            <a:rPr lang="en-GB" dirty="0"/>
            <a:t> </a:t>
          </a:r>
        </a:p>
      </dgm:t>
    </dgm:pt>
    <dgm:pt modelId="{6E70B524-A8D7-406E-905F-147EBF299373}" type="parTrans" cxnId="{9A7D5B8C-8D4D-41D2-816C-CE71B7DF953F}">
      <dgm:prSet/>
      <dgm:spPr/>
      <dgm:t>
        <a:bodyPr/>
        <a:lstStyle/>
        <a:p>
          <a:endParaRPr lang="en-GB"/>
        </a:p>
      </dgm:t>
    </dgm:pt>
    <dgm:pt modelId="{53FA65FE-3B2C-4DC2-A4AE-E2A09E98C160}" type="sibTrans" cxnId="{9A7D5B8C-8D4D-41D2-816C-CE71B7DF953F}">
      <dgm:prSet/>
      <dgm:spPr/>
      <dgm:t>
        <a:bodyPr/>
        <a:lstStyle/>
        <a:p>
          <a:endParaRPr lang="en-GB"/>
        </a:p>
      </dgm:t>
    </dgm:pt>
    <dgm:pt modelId="{3492E9A3-8611-422B-94B1-45F1296CAD89}">
      <dgm:prSet phldrT="[Text]" phldr="0"/>
      <dgm:spPr/>
      <dgm:t>
        <a:bodyPr/>
        <a:lstStyle/>
        <a:p>
          <a:r>
            <a:rPr lang="en-GB" dirty="0"/>
            <a:t>NNF Pioneer Innovator Grant</a:t>
          </a:r>
        </a:p>
      </dgm:t>
    </dgm:pt>
    <dgm:pt modelId="{1F62178F-6B6D-4984-AD95-93828B7BAD00}" type="parTrans" cxnId="{B4D0BDE4-621F-43AC-AEF8-3977F4D4127C}">
      <dgm:prSet/>
      <dgm:spPr/>
      <dgm:t>
        <a:bodyPr/>
        <a:lstStyle/>
        <a:p>
          <a:endParaRPr lang="en-GB"/>
        </a:p>
      </dgm:t>
    </dgm:pt>
    <dgm:pt modelId="{2AE2A472-25AC-4DA1-A335-8E0101246EA0}" type="sibTrans" cxnId="{B4D0BDE4-621F-43AC-AEF8-3977F4D4127C}">
      <dgm:prSet/>
      <dgm:spPr/>
      <dgm:t>
        <a:bodyPr/>
        <a:lstStyle/>
        <a:p>
          <a:endParaRPr lang="en-GB"/>
        </a:p>
      </dgm:t>
    </dgm:pt>
    <dgm:pt modelId="{D8171287-04F5-4997-9999-CBE33D3E615A}">
      <dgm:prSet phldrT="[Text]" phldr="0"/>
      <dgm:spPr/>
      <dgm:t>
        <a:bodyPr/>
        <a:lstStyle/>
        <a:p>
          <a:r>
            <a:rPr lang="en-GB" dirty="0"/>
            <a:t>POC TO GO </a:t>
          </a:r>
        </a:p>
      </dgm:t>
    </dgm:pt>
    <dgm:pt modelId="{4D17A1D7-6B1C-4BF3-A495-E9B5A2C0099C}" type="parTrans" cxnId="{48451B5B-319A-45B8-999C-D06C2F86F214}">
      <dgm:prSet/>
      <dgm:spPr/>
      <dgm:t>
        <a:bodyPr/>
        <a:lstStyle/>
        <a:p>
          <a:endParaRPr lang="en-GB"/>
        </a:p>
      </dgm:t>
    </dgm:pt>
    <dgm:pt modelId="{5958A76C-68F3-4A15-B519-A0F2CBE07749}" type="sibTrans" cxnId="{48451B5B-319A-45B8-999C-D06C2F86F214}">
      <dgm:prSet/>
      <dgm:spPr/>
      <dgm:t>
        <a:bodyPr/>
        <a:lstStyle/>
        <a:p>
          <a:endParaRPr lang="en-GB"/>
        </a:p>
      </dgm:t>
    </dgm:pt>
    <dgm:pt modelId="{2F8CAEBE-2ED5-49A2-8FE0-2F6BBD8DBCA9}">
      <dgm:prSet phldrT="[Text]" phldr="0"/>
      <dgm:spPr/>
      <dgm:t>
        <a:bodyPr/>
        <a:lstStyle/>
        <a:p>
          <a:r>
            <a:rPr lang="en-GB" dirty="0"/>
            <a:t>POC MAX</a:t>
          </a:r>
        </a:p>
      </dgm:t>
    </dgm:pt>
    <dgm:pt modelId="{9525E547-EAE4-407A-A2CF-C482FFABCF8B}" type="parTrans" cxnId="{9168267C-3367-4C7F-895C-770B972F48A7}">
      <dgm:prSet/>
      <dgm:spPr/>
      <dgm:t>
        <a:bodyPr/>
        <a:lstStyle/>
        <a:p>
          <a:endParaRPr lang="en-GB"/>
        </a:p>
      </dgm:t>
    </dgm:pt>
    <dgm:pt modelId="{310C5DA2-7366-40E6-8E3A-1F42A3789355}" type="sibTrans" cxnId="{9168267C-3367-4C7F-895C-770B972F48A7}">
      <dgm:prSet/>
      <dgm:spPr/>
      <dgm:t>
        <a:bodyPr/>
        <a:lstStyle/>
        <a:p>
          <a:endParaRPr lang="en-GB"/>
        </a:p>
      </dgm:t>
    </dgm:pt>
    <dgm:pt modelId="{AAA44965-E60A-4D65-8496-A4234899628F}" type="pres">
      <dgm:prSet presAssocID="{23EDA6B2-A82F-440F-B2D1-23E499E0BB1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444F7B68-3EF2-494A-8D90-F42A985943F8}" type="pres">
      <dgm:prSet presAssocID="{F7687C64-B567-43A7-BB03-E56585E10943}" presName="horFlow" presStyleCnt="0"/>
      <dgm:spPr/>
    </dgm:pt>
    <dgm:pt modelId="{55CB705D-9AE6-4DDB-9AC9-B7BE03657431}" type="pres">
      <dgm:prSet presAssocID="{F7687C64-B567-43A7-BB03-E56585E10943}" presName="bigChev" presStyleLbl="node1" presStyleIdx="0" presStyleCnt="3"/>
      <dgm:spPr/>
    </dgm:pt>
    <dgm:pt modelId="{D59F6E32-13A2-4BC9-AA89-6ECEFAA03B26}" type="pres">
      <dgm:prSet presAssocID="{6BB85C4D-86DD-4336-8B23-19E027B4D368}" presName="parTrans" presStyleCnt="0"/>
      <dgm:spPr/>
    </dgm:pt>
    <dgm:pt modelId="{2C8A6C01-43CE-4F2B-96FD-6D094404C1CC}" type="pres">
      <dgm:prSet presAssocID="{8EB6E97A-C899-48D2-95A4-B84E2BC6D155}" presName="node" presStyleLbl="alignAccFollowNode1" presStyleIdx="0" presStyleCnt="6">
        <dgm:presLayoutVars>
          <dgm:bulletEnabled val="1"/>
        </dgm:presLayoutVars>
      </dgm:prSet>
      <dgm:spPr/>
    </dgm:pt>
    <dgm:pt modelId="{86F8AC4F-6522-4FAF-BBC1-79C790C6C491}" type="pres">
      <dgm:prSet presAssocID="{8A8F464F-37F4-46A3-9C1D-091119F79BE8}" presName="sibTrans" presStyleCnt="0"/>
      <dgm:spPr/>
    </dgm:pt>
    <dgm:pt modelId="{2AB20023-2DC3-4D8A-888F-B3CD0838FACA}" type="pres">
      <dgm:prSet presAssocID="{EA7EA5D8-9B25-4011-9F3B-A7793C4A8A7E}" presName="node" presStyleLbl="alignAccFollowNode1" presStyleIdx="1" presStyleCnt="6">
        <dgm:presLayoutVars>
          <dgm:bulletEnabled val="1"/>
        </dgm:presLayoutVars>
      </dgm:prSet>
      <dgm:spPr/>
    </dgm:pt>
    <dgm:pt modelId="{238DC5F0-47CC-4614-A931-409623430C3C}" type="pres">
      <dgm:prSet presAssocID="{F7687C64-B567-43A7-BB03-E56585E10943}" presName="vSp" presStyleCnt="0"/>
      <dgm:spPr/>
    </dgm:pt>
    <dgm:pt modelId="{F53DDD71-BC15-450A-90FB-058FF9A6A946}" type="pres">
      <dgm:prSet presAssocID="{65AC930F-75C3-49E0-A09E-A5D58AD30C94}" presName="horFlow" presStyleCnt="0"/>
      <dgm:spPr/>
    </dgm:pt>
    <dgm:pt modelId="{D7A069F0-DF29-47F8-B481-157D42E0279A}" type="pres">
      <dgm:prSet presAssocID="{65AC930F-75C3-49E0-A09E-A5D58AD30C94}" presName="bigChev" presStyleLbl="node1" presStyleIdx="1" presStyleCnt="3"/>
      <dgm:spPr/>
    </dgm:pt>
    <dgm:pt modelId="{EB495AA0-C641-4876-8551-B9448509D6D2}" type="pres">
      <dgm:prSet presAssocID="{65BED6FC-EBD3-4157-9026-FE46EF1E6FFC}" presName="parTrans" presStyleCnt="0"/>
      <dgm:spPr/>
    </dgm:pt>
    <dgm:pt modelId="{95B9E1FC-8A04-472C-91C9-A4C5B3818B21}" type="pres">
      <dgm:prSet presAssocID="{F9B59CDB-D0D9-4463-9FE7-6F67F176B334}" presName="node" presStyleLbl="alignAccFollowNode1" presStyleIdx="2" presStyleCnt="6">
        <dgm:presLayoutVars>
          <dgm:bulletEnabled val="1"/>
        </dgm:presLayoutVars>
      </dgm:prSet>
      <dgm:spPr/>
    </dgm:pt>
    <dgm:pt modelId="{21047FB4-7B27-4A81-AA95-D8D446410B5C}" type="pres">
      <dgm:prSet presAssocID="{54BED89B-1334-48E6-9A2C-8952C850B5F5}" presName="sibTrans" presStyleCnt="0"/>
      <dgm:spPr/>
    </dgm:pt>
    <dgm:pt modelId="{8E0A2CC5-49D6-4159-8F5E-A5DF73BC3F41}" type="pres">
      <dgm:prSet presAssocID="{8B087006-8A56-4BFA-920F-CC9DCC8CD5D8}" presName="node" presStyleLbl="alignAccFollowNode1" presStyleIdx="3" presStyleCnt="6">
        <dgm:presLayoutVars>
          <dgm:bulletEnabled val="1"/>
        </dgm:presLayoutVars>
      </dgm:prSet>
      <dgm:spPr/>
    </dgm:pt>
    <dgm:pt modelId="{8C16ADB9-5771-4356-92D4-30147DBB4FA7}" type="pres">
      <dgm:prSet presAssocID="{65AC930F-75C3-49E0-A09E-A5D58AD30C94}" presName="vSp" presStyleCnt="0"/>
      <dgm:spPr/>
    </dgm:pt>
    <dgm:pt modelId="{2CDE3F90-D0C4-499B-B32B-765C70B83D8A}" type="pres">
      <dgm:prSet presAssocID="{3492E9A3-8611-422B-94B1-45F1296CAD89}" presName="horFlow" presStyleCnt="0"/>
      <dgm:spPr/>
    </dgm:pt>
    <dgm:pt modelId="{3557C6A3-C787-445B-A0A0-3CDBAFA8F4B5}" type="pres">
      <dgm:prSet presAssocID="{3492E9A3-8611-422B-94B1-45F1296CAD89}" presName="bigChev" presStyleLbl="node1" presStyleIdx="2" presStyleCnt="3"/>
      <dgm:spPr/>
    </dgm:pt>
    <dgm:pt modelId="{9736B64D-081F-42A2-B76E-2B05795BBCC3}" type="pres">
      <dgm:prSet presAssocID="{4D17A1D7-6B1C-4BF3-A495-E9B5A2C0099C}" presName="parTrans" presStyleCnt="0"/>
      <dgm:spPr/>
    </dgm:pt>
    <dgm:pt modelId="{409E8011-608F-49A0-94D4-12A2D71E0D91}" type="pres">
      <dgm:prSet presAssocID="{D8171287-04F5-4997-9999-CBE33D3E615A}" presName="node" presStyleLbl="alignAccFollowNode1" presStyleIdx="4" presStyleCnt="6">
        <dgm:presLayoutVars>
          <dgm:bulletEnabled val="1"/>
        </dgm:presLayoutVars>
      </dgm:prSet>
      <dgm:spPr/>
    </dgm:pt>
    <dgm:pt modelId="{D9F9C2C2-91D7-4943-B34D-03DC562D0EE5}" type="pres">
      <dgm:prSet presAssocID="{5958A76C-68F3-4A15-B519-A0F2CBE07749}" presName="sibTrans" presStyleCnt="0"/>
      <dgm:spPr/>
    </dgm:pt>
    <dgm:pt modelId="{F63A6882-32D5-494D-94A3-5CA3FE22EBA5}" type="pres">
      <dgm:prSet presAssocID="{2F8CAEBE-2ED5-49A2-8FE0-2F6BBD8DBCA9}" presName="node" presStyleLbl="alignAccFollowNode1" presStyleIdx="5" presStyleCnt="6">
        <dgm:presLayoutVars>
          <dgm:bulletEnabled val="1"/>
        </dgm:presLayoutVars>
      </dgm:prSet>
      <dgm:spPr/>
    </dgm:pt>
  </dgm:ptLst>
  <dgm:cxnLst>
    <dgm:cxn modelId="{03C8E527-03B6-4F47-A62E-04AFE0552520}" srcId="{F7687C64-B567-43A7-BB03-E56585E10943}" destId="{8EB6E97A-C899-48D2-95A4-B84E2BC6D155}" srcOrd="0" destOrd="0" parTransId="{6BB85C4D-86DD-4336-8B23-19E027B4D368}" sibTransId="{8A8F464F-37F4-46A3-9C1D-091119F79BE8}"/>
    <dgm:cxn modelId="{28C2BB29-5E9F-4F80-AB21-94E8095A976F}" type="presOf" srcId="{65AC930F-75C3-49E0-A09E-A5D58AD30C94}" destId="{D7A069F0-DF29-47F8-B481-157D42E0279A}" srcOrd="0" destOrd="0" presId="urn:microsoft.com/office/officeart/2005/8/layout/lProcess3"/>
    <dgm:cxn modelId="{48451B5B-319A-45B8-999C-D06C2F86F214}" srcId="{3492E9A3-8611-422B-94B1-45F1296CAD89}" destId="{D8171287-04F5-4997-9999-CBE33D3E615A}" srcOrd="0" destOrd="0" parTransId="{4D17A1D7-6B1C-4BF3-A495-E9B5A2C0099C}" sibTransId="{5958A76C-68F3-4A15-B519-A0F2CBE07749}"/>
    <dgm:cxn modelId="{0026E75C-6F26-45AC-BBAC-57846C5649C2}" srcId="{23EDA6B2-A82F-440F-B2D1-23E499E0BB10}" destId="{F7687C64-B567-43A7-BB03-E56585E10943}" srcOrd="0" destOrd="0" parTransId="{83B1DD0B-7D85-4FE4-B049-93EA57E23B4A}" sibTransId="{04B24B4C-BF22-4688-A37D-05F8355C6DE8}"/>
    <dgm:cxn modelId="{4B4DA441-003F-4636-B307-09AB9AA1215D}" type="presOf" srcId="{8EB6E97A-C899-48D2-95A4-B84E2BC6D155}" destId="{2C8A6C01-43CE-4F2B-96FD-6D094404C1CC}" srcOrd="0" destOrd="0" presId="urn:microsoft.com/office/officeart/2005/8/layout/lProcess3"/>
    <dgm:cxn modelId="{220C734E-8387-4BE8-B235-EEF32929A51E}" type="presOf" srcId="{F7687C64-B567-43A7-BB03-E56585E10943}" destId="{55CB705D-9AE6-4DDB-9AC9-B7BE03657431}" srcOrd="0" destOrd="0" presId="urn:microsoft.com/office/officeart/2005/8/layout/lProcess3"/>
    <dgm:cxn modelId="{9168267C-3367-4C7F-895C-770B972F48A7}" srcId="{3492E9A3-8611-422B-94B1-45F1296CAD89}" destId="{2F8CAEBE-2ED5-49A2-8FE0-2F6BBD8DBCA9}" srcOrd="1" destOrd="0" parTransId="{9525E547-EAE4-407A-A2CF-C482FFABCF8B}" sibTransId="{310C5DA2-7366-40E6-8E3A-1F42A3789355}"/>
    <dgm:cxn modelId="{9A7D5B8C-8D4D-41D2-816C-CE71B7DF953F}" srcId="{65AC930F-75C3-49E0-A09E-A5D58AD30C94}" destId="{8B087006-8A56-4BFA-920F-CC9DCC8CD5D8}" srcOrd="1" destOrd="0" parTransId="{6E70B524-A8D7-406E-905F-147EBF299373}" sibTransId="{53FA65FE-3B2C-4DC2-A4AE-E2A09E98C160}"/>
    <dgm:cxn modelId="{48FACC91-1C31-4729-A502-D175B3027A2B}" type="presOf" srcId="{D8171287-04F5-4997-9999-CBE33D3E615A}" destId="{409E8011-608F-49A0-94D4-12A2D71E0D91}" srcOrd="0" destOrd="0" presId="urn:microsoft.com/office/officeart/2005/8/layout/lProcess3"/>
    <dgm:cxn modelId="{B0D51AAA-27E7-448C-87E0-F5C723ED4470}" srcId="{23EDA6B2-A82F-440F-B2D1-23E499E0BB10}" destId="{65AC930F-75C3-49E0-A09E-A5D58AD30C94}" srcOrd="1" destOrd="0" parTransId="{EC8285A9-10B8-4E14-9D15-6D9064E31C0C}" sibTransId="{61D32D7B-D80B-4F43-ADC0-88C584EC3C6B}"/>
    <dgm:cxn modelId="{2C3941CA-E446-4B6A-942A-3EE70685899C}" type="presOf" srcId="{EA7EA5D8-9B25-4011-9F3B-A7793C4A8A7E}" destId="{2AB20023-2DC3-4D8A-888F-B3CD0838FACA}" srcOrd="0" destOrd="0" presId="urn:microsoft.com/office/officeart/2005/8/layout/lProcess3"/>
    <dgm:cxn modelId="{E08627D6-DA83-4E92-B2D0-A23C4EBF72CD}" type="presOf" srcId="{3492E9A3-8611-422B-94B1-45F1296CAD89}" destId="{3557C6A3-C787-445B-A0A0-3CDBAFA8F4B5}" srcOrd="0" destOrd="0" presId="urn:microsoft.com/office/officeart/2005/8/layout/lProcess3"/>
    <dgm:cxn modelId="{CE27FCDF-2529-49A9-BE8B-ED064FC485FE}" srcId="{65AC930F-75C3-49E0-A09E-A5D58AD30C94}" destId="{F9B59CDB-D0D9-4463-9FE7-6F67F176B334}" srcOrd="0" destOrd="0" parTransId="{65BED6FC-EBD3-4157-9026-FE46EF1E6FFC}" sibTransId="{54BED89B-1334-48E6-9A2C-8952C850B5F5}"/>
    <dgm:cxn modelId="{B4D0BDE4-621F-43AC-AEF8-3977F4D4127C}" srcId="{23EDA6B2-A82F-440F-B2D1-23E499E0BB10}" destId="{3492E9A3-8611-422B-94B1-45F1296CAD89}" srcOrd="2" destOrd="0" parTransId="{1F62178F-6B6D-4984-AD95-93828B7BAD00}" sibTransId="{2AE2A472-25AC-4DA1-A335-8E0101246EA0}"/>
    <dgm:cxn modelId="{2ADD11E5-DD1E-4120-A173-0B8D7D2F7C71}" type="presOf" srcId="{2F8CAEBE-2ED5-49A2-8FE0-2F6BBD8DBCA9}" destId="{F63A6882-32D5-494D-94A3-5CA3FE22EBA5}" srcOrd="0" destOrd="0" presId="urn:microsoft.com/office/officeart/2005/8/layout/lProcess3"/>
    <dgm:cxn modelId="{BF40D8EF-2360-4FD4-8EB1-13DA042A65C3}" type="presOf" srcId="{23EDA6B2-A82F-440F-B2D1-23E499E0BB10}" destId="{AAA44965-E60A-4D65-8496-A4234899628F}" srcOrd="0" destOrd="0" presId="urn:microsoft.com/office/officeart/2005/8/layout/lProcess3"/>
    <dgm:cxn modelId="{A77B08F4-1510-4E7B-8030-72ED7DCC93F5}" type="presOf" srcId="{8B087006-8A56-4BFA-920F-CC9DCC8CD5D8}" destId="{8E0A2CC5-49D6-4159-8F5E-A5DF73BC3F41}" srcOrd="0" destOrd="0" presId="urn:microsoft.com/office/officeart/2005/8/layout/lProcess3"/>
    <dgm:cxn modelId="{D9332CF9-5E85-4FE1-8C71-20948D37DEF1}" type="presOf" srcId="{F9B59CDB-D0D9-4463-9FE7-6F67F176B334}" destId="{95B9E1FC-8A04-472C-91C9-A4C5B3818B21}" srcOrd="0" destOrd="0" presId="urn:microsoft.com/office/officeart/2005/8/layout/lProcess3"/>
    <dgm:cxn modelId="{663D3FFA-C95C-4FE1-B4EC-E2A1D5F3328A}" srcId="{F7687C64-B567-43A7-BB03-E56585E10943}" destId="{EA7EA5D8-9B25-4011-9F3B-A7793C4A8A7E}" srcOrd="1" destOrd="0" parTransId="{B4AB52FF-121E-47FD-947A-64523706D20D}" sibTransId="{8D2E0A8B-BC17-4C96-8D04-1E46CF9B2A2E}"/>
    <dgm:cxn modelId="{B30EF1BB-D4D1-40C5-80FB-D84FF864298D}" type="presParOf" srcId="{AAA44965-E60A-4D65-8496-A4234899628F}" destId="{444F7B68-3EF2-494A-8D90-F42A985943F8}" srcOrd="0" destOrd="0" presId="urn:microsoft.com/office/officeart/2005/8/layout/lProcess3"/>
    <dgm:cxn modelId="{EE92F504-DA9F-45CF-85D2-909EEE28D4B0}" type="presParOf" srcId="{444F7B68-3EF2-494A-8D90-F42A985943F8}" destId="{55CB705D-9AE6-4DDB-9AC9-B7BE03657431}" srcOrd="0" destOrd="0" presId="urn:microsoft.com/office/officeart/2005/8/layout/lProcess3"/>
    <dgm:cxn modelId="{806A13AB-F9C5-42DE-9DCA-2DB67738C460}" type="presParOf" srcId="{444F7B68-3EF2-494A-8D90-F42A985943F8}" destId="{D59F6E32-13A2-4BC9-AA89-6ECEFAA03B26}" srcOrd="1" destOrd="0" presId="urn:microsoft.com/office/officeart/2005/8/layout/lProcess3"/>
    <dgm:cxn modelId="{0B3D4695-BA9F-4ED9-8433-06D62351C38C}" type="presParOf" srcId="{444F7B68-3EF2-494A-8D90-F42A985943F8}" destId="{2C8A6C01-43CE-4F2B-96FD-6D094404C1CC}" srcOrd="2" destOrd="0" presId="urn:microsoft.com/office/officeart/2005/8/layout/lProcess3"/>
    <dgm:cxn modelId="{F12FA8EB-5346-42FC-BDA6-47E44054C8BB}" type="presParOf" srcId="{444F7B68-3EF2-494A-8D90-F42A985943F8}" destId="{86F8AC4F-6522-4FAF-BBC1-79C790C6C491}" srcOrd="3" destOrd="0" presId="urn:microsoft.com/office/officeart/2005/8/layout/lProcess3"/>
    <dgm:cxn modelId="{859C3754-2CED-4916-B925-838BF3401627}" type="presParOf" srcId="{444F7B68-3EF2-494A-8D90-F42A985943F8}" destId="{2AB20023-2DC3-4D8A-888F-B3CD0838FACA}" srcOrd="4" destOrd="0" presId="urn:microsoft.com/office/officeart/2005/8/layout/lProcess3"/>
    <dgm:cxn modelId="{7F4B52F3-4303-4EC7-9160-93A3C6A6EDCB}" type="presParOf" srcId="{AAA44965-E60A-4D65-8496-A4234899628F}" destId="{238DC5F0-47CC-4614-A931-409623430C3C}" srcOrd="1" destOrd="0" presId="urn:microsoft.com/office/officeart/2005/8/layout/lProcess3"/>
    <dgm:cxn modelId="{BBC6B56B-209F-413B-9F04-EE68B88AD29A}" type="presParOf" srcId="{AAA44965-E60A-4D65-8496-A4234899628F}" destId="{F53DDD71-BC15-450A-90FB-058FF9A6A946}" srcOrd="2" destOrd="0" presId="urn:microsoft.com/office/officeart/2005/8/layout/lProcess3"/>
    <dgm:cxn modelId="{812D200F-E28F-4351-9D55-D4EE2F2AB4CF}" type="presParOf" srcId="{F53DDD71-BC15-450A-90FB-058FF9A6A946}" destId="{D7A069F0-DF29-47F8-B481-157D42E0279A}" srcOrd="0" destOrd="0" presId="urn:microsoft.com/office/officeart/2005/8/layout/lProcess3"/>
    <dgm:cxn modelId="{73A2E0A3-C590-4339-BDB2-F17497B1F8F0}" type="presParOf" srcId="{F53DDD71-BC15-450A-90FB-058FF9A6A946}" destId="{EB495AA0-C641-4876-8551-B9448509D6D2}" srcOrd="1" destOrd="0" presId="urn:microsoft.com/office/officeart/2005/8/layout/lProcess3"/>
    <dgm:cxn modelId="{5BFD7CF5-EA30-4A71-8B72-671614B2CD01}" type="presParOf" srcId="{F53DDD71-BC15-450A-90FB-058FF9A6A946}" destId="{95B9E1FC-8A04-472C-91C9-A4C5B3818B21}" srcOrd="2" destOrd="0" presId="urn:microsoft.com/office/officeart/2005/8/layout/lProcess3"/>
    <dgm:cxn modelId="{8B1A7002-71D5-471F-93FE-29AB03CB58CB}" type="presParOf" srcId="{F53DDD71-BC15-450A-90FB-058FF9A6A946}" destId="{21047FB4-7B27-4A81-AA95-D8D446410B5C}" srcOrd="3" destOrd="0" presId="urn:microsoft.com/office/officeart/2005/8/layout/lProcess3"/>
    <dgm:cxn modelId="{CEC97D67-0BFD-48AC-A477-26398DED18F2}" type="presParOf" srcId="{F53DDD71-BC15-450A-90FB-058FF9A6A946}" destId="{8E0A2CC5-49D6-4159-8F5E-A5DF73BC3F41}" srcOrd="4" destOrd="0" presId="urn:microsoft.com/office/officeart/2005/8/layout/lProcess3"/>
    <dgm:cxn modelId="{17D5B950-9358-4167-A41C-227F539CFABE}" type="presParOf" srcId="{AAA44965-E60A-4D65-8496-A4234899628F}" destId="{8C16ADB9-5771-4356-92D4-30147DBB4FA7}" srcOrd="3" destOrd="0" presId="urn:microsoft.com/office/officeart/2005/8/layout/lProcess3"/>
    <dgm:cxn modelId="{9DD6A6B4-D332-451E-A0AB-69167D9DBBAD}" type="presParOf" srcId="{AAA44965-E60A-4D65-8496-A4234899628F}" destId="{2CDE3F90-D0C4-499B-B32B-765C70B83D8A}" srcOrd="4" destOrd="0" presId="urn:microsoft.com/office/officeart/2005/8/layout/lProcess3"/>
    <dgm:cxn modelId="{07C3BEB9-25A0-4001-BCE1-208143C804C3}" type="presParOf" srcId="{2CDE3F90-D0C4-499B-B32B-765C70B83D8A}" destId="{3557C6A3-C787-445B-A0A0-3CDBAFA8F4B5}" srcOrd="0" destOrd="0" presId="urn:microsoft.com/office/officeart/2005/8/layout/lProcess3"/>
    <dgm:cxn modelId="{AB6D8E46-134E-4A93-9CD9-B3B459765571}" type="presParOf" srcId="{2CDE3F90-D0C4-499B-B32B-765C70B83D8A}" destId="{9736B64D-081F-42A2-B76E-2B05795BBCC3}" srcOrd="1" destOrd="0" presId="urn:microsoft.com/office/officeart/2005/8/layout/lProcess3"/>
    <dgm:cxn modelId="{7371901E-6FD3-46C1-B978-C0ACEB4E074B}" type="presParOf" srcId="{2CDE3F90-D0C4-499B-B32B-765C70B83D8A}" destId="{409E8011-608F-49A0-94D4-12A2D71E0D91}" srcOrd="2" destOrd="0" presId="urn:microsoft.com/office/officeart/2005/8/layout/lProcess3"/>
    <dgm:cxn modelId="{D7D1EBC7-3B26-4021-B055-25EB550AE9C0}" type="presParOf" srcId="{2CDE3F90-D0C4-499B-B32B-765C70B83D8A}" destId="{D9F9C2C2-91D7-4943-B34D-03DC562D0EE5}" srcOrd="3" destOrd="0" presId="urn:microsoft.com/office/officeart/2005/8/layout/lProcess3"/>
    <dgm:cxn modelId="{54BFD0C9-9396-4AE8-843B-CA1EFFA60472}" type="presParOf" srcId="{2CDE3F90-D0C4-499B-B32B-765C70B83D8A}" destId="{F63A6882-32D5-494D-94A3-5CA3FE22EBA5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64A72A-8641-49BC-8B1F-51E41CD94FF3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GB"/>
        </a:p>
      </dgm:t>
    </dgm:pt>
    <dgm:pt modelId="{D41D00CC-10A5-459D-91B9-B0811982DEFF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400" b="1" dirty="0">
              <a:latin typeface="+mj-lt"/>
              <a:cs typeface="Calibri" panose="020F0502020204030204" pitchFamily="34" charset="0"/>
            </a:rPr>
            <a:t>Project idea and partners</a:t>
          </a:r>
        </a:p>
      </dgm:t>
    </dgm:pt>
    <dgm:pt modelId="{55150A6B-0F84-415B-9D50-1CA5C5F222A9}" type="parTrans" cxnId="{CB357913-C4D0-442A-92D6-0D1A8B658C29}">
      <dgm:prSet/>
      <dgm:spPr/>
      <dgm:t>
        <a:bodyPr/>
        <a:lstStyle/>
        <a:p>
          <a:endParaRPr lang="en-US"/>
        </a:p>
      </dgm:t>
    </dgm:pt>
    <dgm:pt modelId="{3690EE89-F6C6-42F4-A0BA-A942030FA07C}" type="sibTrans" cxnId="{CB357913-C4D0-442A-92D6-0D1A8B658C29}">
      <dgm:prSet/>
      <dgm:spPr/>
      <dgm:t>
        <a:bodyPr/>
        <a:lstStyle/>
        <a:p>
          <a:endParaRPr lang="en-US"/>
        </a:p>
      </dgm:t>
    </dgm:pt>
    <dgm:pt modelId="{C3AAC871-AA59-4216-87A1-FF88AB533F83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400" b="1" baseline="0" dirty="0">
              <a:latin typeface="+mj-lt"/>
              <a:cs typeface="Calibri" panose="020F0502020204030204" pitchFamily="34" charset="0"/>
            </a:rPr>
            <a:t>Impact and design</a:t>
          </a:r>
        </a:p>
      </dgm:t>
    </dgm:pt>
    <dgm:pt modelId="{6744CDB5-F08F-4790-A0D9-DA06C1723D4C}" type="parTrans" cxnId="{10928A71-6525-4EE6-A91B-62020408E0D2}">
      <dgm:prSet/>
      <dgm:spPr/>
      <dgm:t>
        <a:bodyPr/>
        <a:lstStyle/>
        <a:p>
          <a:endParaRPr lang="en-US"/>
        </a:p>
      </dgm:t>
    </dgm:pt>
    <dgm:pt modelId="{CF037E86-33AF-4ED5-83B6-6C28CBBC337E}" type="sibTrans" cxnId="{10928A71-6525-4EE6-A91B-62020408E0D2}">
      <dgm:prSet/>
      <dgm:spPr/>
      <dgm:t>
        <a:bodyPr/>
        <a:lstStyle/>
        <a:p>
          <a:endParaRPr lang="en-US"/>
        </a:p>
      </dgm:t>
    </dgm:pt>
    <dgm:pt modelId="{B1E71279-09B7-44D1-85EA-06FCFFD44901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400" b="1">
              <a:latin typeface="+mj-lt"/>
              <a:cs typeface="Calibri" panose="020F0502020204030204" pitchFamily="34" charset="0"/>
            </a:rPr>
            <a:t>Writing proposal</a:t>
          </a:r>
        </a:p>
      </dgm:t>
    </dgm:pt>
    <dgm:pt modelId="{38058B78-50EF-4910-9788-7E165DA6AB86}" type="parTrans" cxnId="{1611B929-C8A4-4E26-AE91-9E520FF5EFD0}">
      <dgm:prSet/>
      <dgm:spPr/>
      <dgm:t>
        <a:bodyPr/>
        <a:lstStyle/>
        <a:p>
          <a:endParaRPr lang="en-US"/>
        </a:p>
      </dgm:t>
    </dgm:pt>
    <dgm:pt modelId="{7C9E1D40-CF88-4AEA-93DB-B7737C623FA3}" type="sibTrans" cxnId="{1611B929-C8A4-4E26-AE91-9E520FF5EFD0}">
      <dgm:prSet/>
      <dgm:spPr/>
      <dgm:t>
        <a:bodyPr/>
        <a:lstStyle/>
        <a:p>
          <a:endParaRPr lang="en-US"/>
        </a:p>
      </dgm:t>
    </dgm:pt>
    <dgm:pt modelId="{5EEDC56F-8B23-42AC-8BD5-44DCDBE3597E}" type="pres">
      <dgm:prSet presAssocID="{9864A72A-8641-49BC-8B1F-51E41CD94FF3}" presName="Name0" presStyleCnt="0">
        <dgm:presLayoutVars>
          <dgm:dir/>
          <dgm:animLvl val="lvl"/>
          <dgm:resizeHandles val="exact"/>
        </dgm:presLayoutVars>
      </dgm:prSet>
      <dgm:spPr/>
    </dgm:pt>
    <dgm:pt modelId="{C1181B6B-051E-4C64-BDC7-60471759B1B5}" type="pres">
      <dgm:prSet presAssocID="{D41D00CC-10A5-459D-91B9-B0811982DEFF}" presName="parTxOnly" presStyleLbl="node1" presStyleIdx="0" presStyleCnt="3" custScaleX="113129" custLinFactNeighborX="2179" custLinFactNeighborY="-2516">
        <dgm:presLayoutVars>
          <dgm:chMax val="0"/>
          <dgm:chPref val="0"/>
          <dgm:bulletEnabled val="1"/>
        </dgm:presLayoutVars>
      </dgm:prSet>
      <dgm:spPr/>
    </dgm:pt>
    <dgm:pt modelId="{B346AEDF-B68A-4982-A454-BA08CAFC71EC}" type="pres">
      <dgm:prSet presAssocID="{3690EE89-F6C6-42F4-A0BA-A942030FA07C}" presName="parTxOnlySpace" presStyleCnt="0"/>
      <dgm:spPr/>
    </dgm:pt>
    <dgm:pt modelId="{0B90FAC6-6B82-424D-AD56-BEAB6D2B8A0C}" type="pres">
      <dgm:prSet presAssocID="{C3AAC871-AA59-4216-87A1-FF88AB533F83}" presName="parTxOnly" presStyleLbl="node1" presStyleIdx="1" presStyleCnt="3" custScaleX="84346" custLinFactNeighborY="-74866">
        <dgm:presLayoutVars>
          <dgm:chMax val="0"/>
          <dgm:chPref val="0"/>
          <dgm:bulletEnabled val="1"/>
        </dgm:presLayoutVars>
      </dgm:prSet>
      <dgm:spPr/>
    </dgm:pt>
    <dgm:pt modelId="{53AF5A7E-13A6-492A-B6ED-065BEFEF63A0}" type="pres">
      <dgm:prSet presAssocID="{CF037E86-33AF-4ED5-83B6-6C28CBBC337E}" presName="parTxOnlySpace" presStyleCnt="0"/>
      <dgm:spPr/>
    </dgm:pt>
    <dgm:pt modelId="{CE4806E0-8CAF-4B11-9DB7-7B6A61EA0E30}" type="pres">
      <dgm:prSet presAssocID="{B1E71279-09B7-44D1-85EA-06FCFFD44901}" presName="parTxOnly" presStyleLbl="node1" presStyleIdx="2" presStyleCnt="3" custLinFactNeighborX="4011" custLinFactNeighborY="-74866">
        <dgm:presLayoutVars>
          <dgm:chMax val="0"/>
          <dgm:chPref val="0"/>
          <dgm:bulletEnabled val="1"/>
        </dgm:presLayoutVars>
      </dgm:prSet>
      <dgm:spPr/>
    </dgm:pt>
  </dgm:ptLst>
  <dgm:cxnLst>
    <dgm:cxn modelId="{CB357913-C4D0-442A-92D6-0D1A8B658C29}" srcId="{9864A72A-8641-49BC-8B1F-51E41CD94FF3}" destId="{D41D00CC-10A5-459D-91B9-B0811982DEFF}" srcOrd="0" destOrd="0" parTransId="{55150A6B-0F84-415B-9D50-1CA5C5F222A9}" sibTransId="{3690EE89-F6C6-42F4-A0BA-A942030FA07C}"/>
    <dgm:cxn modelId="{1611B929-C8A4-4E26-AE91-9E520FF5EFD0}" srcId="{9864A72A-8641-49BC-8B1F-51E41CD94FF3}" destId="{B1E71279-09B7-44D1-85EA-06FCFFD44901}" srcOrd="2" destOrd="0" parTransId="{38058B78-50EF-4910-9788-7E165DA6AB86}" sibTransId="{7C9E1D40-CF88-4AEA-93DB-B7737C623FA3}"/>
    <dgm:cxn modelId="{10928A71-6525-4EE6-A91B-62020408E0D2}" srcId="{9864A72A-8641-49BC-8B1F-51E41CD94FF3}" destId="{C3AAC871-AA59-4216-87A1-FF88AB533F83}" srcOrd="1" destOrd="0" parTransId="{6744CDB5-F08F-4790-A0D9-DA06C1723D4C}" sibTransId="{CF037E86-33AF-4ED5-83B6-6C28CBBC337E}"/>
    <dgm:cxn modelId="{D0137F97-DD73-44AC-8259-7BF8C1EE2BD3}" type="presOf" srcId="{B1E71279-09B7-44D1-85EA-06FCFFD44901}" destId="{CE4806E0-8CAF-4B11-9DB7-7B6A61EA0E30}" srcOrd="0" destOrd="0" presId="urn:microsoft.com/office/officeart/2005/8/layout/chevron1"/>
    <dgm:cxn modelId="{5224C99C-954F-40C6-8707-79DD87D6B87D}" type="presOf" srcId="{9864A72A-8641-49BC-8B1F-51E41CD94FF3}" destId="{5EEDC56F-8B23-42AC-8BD5-44DCDBE3597E}" srcOrd="0" destOrd="0" presId="urn:microsoft.com/office/officeart/2005/8/layout/chevron1"/>
    <dgm:cxn modelId="{C5440FC6-5892-43A3-AEEF-EAF4EBD8C0B9}" type="presOf" srcId="{C3AAC871-AA59-4216-87A1-FF88AB533F83}" destId="{0B90FAC6-6B82-424D-AD56-BEAB6D2B8A0C}" srcOrd="0" destOrd="0" presId="urn:microsoft.com/office/officeart/2005/8/layout/chevron1"/>
    <dgm:cxn modelId="{9D4A6BF4-FAEE-469D-A1F8-156F1AB324C3}" type="presOf" srcId="{D41D00CC-10A5-459D-91B9-B0811982DEFF}" destId="{C1181B6B-051E-4C64-BDC7-60471759B1B5}" srcOrd="0" destOrd="0" presId="urn:microsoft.com/office/officeart/2005/8/layout/chevron1"/>
    <dgm:cxn modelId="{CC6CAD53-AFA3-4FAA-B672-7B0FFA5CE15E}" type="presParOf" srcId="{5EEDC56F-8B23-42AC-8BD5-44DCDBE3597E}" destId="{C1181B6B-051E-4C64-BDC7-60471759B1B5}" srcOrd="0" destOrd="0" presId="urn:microsoft.com/office/officeart/2005/8/layout/chevron1"/>
    <dgm:cxn modelId="{1ACBC9D3-B0C8-4C4A-814D-677BEC43C2CA}" type="presParOf" srcId="{5EEDC56F-8B23-42AC-8BD5-44DCDBE3597E}" destId="{B346AEDF-B68A-4982-A454-BA08CAFC71EC}" srcOrd="1" destOrd="0" presId="urn:microsoft.com/office/officeart/2005/8/layout/chevron1"/>
    <dgm:cxn modelId="{0FD783B4-F0AE-4833-88F5-97CE72A22711}" type="presParOf" srcId="{5EEDC56F-8B23-42AC-8BD5-44DCDBE3597E}" destId="{0B90FAC6-6B82-424D-AD56-BEAB6D2B8A0C}" srcOrd="2" destOrd="0" presId="urn:microsoft.com/office/officeart/2005/8/layout/chevron1"/>
    <dgm:cxn modelId="{24831E1B-8B2B-4F96-80EA-0EF2AA611BCE}" type="presParOf" srcId="{5EEDC56F-8B23-42AC-8BD5-44DCDBE3597E}" destId="{53AF5A7E-13A6-492A-B6ED-065BEFEF63A0}" srcOrd="3" destOrd="0" presId="urn:microsoft.com/office/officeart/2005/8/layout/chevron1"/>
    <dgm:cxn modelId="{1313705D-7F5D-4C12-8D69-3F1792A2EA9C}" type="presParOf" srcId="{5EEDC56F-8B23-42AC-8BD5-44DCDBE3597E}" destId="{CE4806E0-8CAF-4B11-9DB7-7B6A61EA0E3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FDEC258-BC1F-4958-87A7-02A50EE69C4C}" type="doc">
      <dgm:prSet loTypeId="urn:microsoft.com/office/officeart/2005/8/layout/lProcess3" loCatId="process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8B29E5A1-E026-4996-A69D-60A4F4CF4D56}">
      <dgm:prSet phldrT="[Text]" phldr="0" custT="1"/>
      <dgm:spPr/>
      <dgm:t>
        <a:bodyPr/>
        <a:lstStyle/>
        <a:p>
          <a:pPr rtl="0"/>
          <a:r>
            <a:rPr lang="en-US" sz="1600" b="1" dirty="0">
              <a:latin typeface="Aptos Display" panose="02110004020202020204"/>
            </a:rPr>
            <a:t>TRL </a:t>
          </a:r>
          <a:endParaRPr lang="en-US" sz="1600" b="1" dirty="0"/>
        </a:p>
      </dgm:t>
    </dgm:pt>
    <dgm:pt modelId="{5BB95B5F-2828-4241-ADC3-98F87A141B23}" type="parTrans" cxnId="{87175034-FBFD-4569-A332-32E0500F2E33}">
      <dgm:prSet/>
      <dgm:spPr/>
      <dgm:t>
        <a:bodyPr/>
        <a:lstStyle/>
        <a:p>
          <a:endParaRPr lang="en-US"/>
        </a:p>
      </dgm:t>
    </dgm:pt>
    <dgm:pt modelId="{7F752946-97E5-42EB-926F-43573E581EB0}" type="sibTrans" cxnId="{87175034-FBFD-4569-A332-32E0500F2E33}">
      <dgm:prSet/>
      <dgm:spPr/>
      <dgm:t>
        <a:bodyPr/>
        <a:lstStyle/>
        <a:p>
          <a:endParaRPr lang="en-US"/>
        </a:p>
      </dgm:t>
    </dgm:pt>
    <dgm:pt modelId="{0F5C8C4E-C93F-43A1-9011-104F443D689C}">
      <dgm:prSet phldrT="[Text]" phldr="0"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 panose="02110004020202020204"/>
            </a:rPr>
            <a:t>1</a:t>
          </a:r>
          <a:endParaRPr lang="en-US" sz="1600" dirty="0"/>
        </a:p>
      </dgm:t>
    </dgm:pt>
    <dgm:pt modelId="{CBCDA1BD-838D-4DA2-87B1-C114D3832A88}" type="parTrans" cxnId="{FB4B74F2-1F5D-4B31-B70A-24FB157DEFF0}">
      <dgm:prSet/>
      <dgm:spPr/>
      <dgm:t>
        <a:bodyPr/>
        <a:lstStyle/>
        <a:p>
          <a:endParaRPr lang="en-US"/>
        </a:p>
      </dgm:t>
    </dgm:pt>
    <dgm:pt modelId="{A1FB3925-72FA-48C4-888D-4354FC0C828C}" type="sibTrans" cxnId="{FB4B74F2-1F5D-4B31-B70A-24FB157DEFF0}">
      <dgm:prSet/>
      <dgm:spPr/>
      <dgm:t>
        <a:bodyPr/>
        <a:lstStyle/>
        <a:p>
          <a:endParaRPr lang="en-US"/>
        </a:p>
      </dgm:t>
    </dgm:pt>
    <dgm:pt modelId="{4F05F3A4-8810-4B6C-89D0-6B569EB8F35C}">
      <dgm:prSet phldrT="[Text]" phldr="0"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 panose="02110004020202020204"/>
            </a:rPr>
            <a:t>3</a:t>
          </a:r>
          <a:endParaRPr lang="en-US" sz="1600" dirty="0"/>
        </a:p>
      </dgm:t>
    </dgm:pt>
    <dgm:pt modelId="{1F206578-8627-46A1-AF49-20E4E7CD9F55}" type="parTrans" cxnId="{20333235-DB95-4B2D-AD5D-9FF9E29FACA8}">
      <dgm:prSet/>
      <dgm:spPr/>
      <dgm:t>
        <a:bodyPr/>
        <a:lstStyle/>
        <a:p>
          <a:endParaRPr lang="en-US"/>
        </a:p>
      </dgm:t>
    </dgm:pt>
    <dgm:pt modelId="{C6CC8010-77D2-4072-80DB-EA3F0E91DA15}" type="sibTrans" cxnId="{20333235-DB95-4B2D-AD5D-9FF9E29FACA8}">
      <dgm:prSet/>
      <dgm:spPr/>
      <dgm:t>
        <a:bodyPr/>
        <a:lstStyle/>
        <a:p>
          <a:endParaRPr lang="en-US"/>
        </a:p>
      </dgm:t>
    </dgm:pt>
    <dgm:pt modelId="{AC583493-168E-4155-97BA-D942640096EE}">
      <dgm:prSet phldrT="[Text]" phldr="0" custT="1"/>
      <dgm:spPr>
        <a:solidFill>
          <a:schemeClr val="bg1">
            <a:lumMod val="50000"/>
            <a:lumOff val="50000"/>
          </a:schemeClr>
        </a:solidFill>
      </dgm:spPr>
      <dgm:t>
        <a:bodyPr/>
        <a:lstStyle/>
        <a:p>
          <a:r>
            <a:rPr lang="en-US" sz="1600" b="1" dirty="0">
              <a:latin typeface="Aptos Display" panose="02110004020202020204"/>
            </a:rPr>
            <a:t>SRL</a:t>
          </a:r>
          <a:endParaRPr lang="en-US" sz="1600" b="1" dirty="0"/>
        </a:p>
      </dgm:t>
    </dgm:pt>
    <dgm:pt modelId="{7107815C-89EF-4A79-B0D2-2FF79A5C075B}" type="parTrans" cxnId="{09A62042-72ED-4AA3-BE29-EBCC625D4622}">
      <dgm:prSet/>
      <dgm:spPr/>
      <dgm:t>
        <a:bodyPr/>
        <a:lstStyle/>
        <a:p>
          <a:endParaRPr lang="en-US"/>
        </a:p>
      </dgm:t>
    </dgm:pt>
    <dgm:pt modelId="{3D101C23-9194-49CB-A60E-8C3E1AF94A12}" type="sibTrans" cxnId="{09A62042-72ED-4AA3-BE29-EBCC625D4622}">
      <dgm:prSet/>
      <dgm:spPr/>
      <dgm:t>
        <a:bodyPr/>
        <a:lstStyle/>
        <a:p>
          <a:endParaRPr lang="en-US"/>
        </a:p>
      </dgm:t>
    </dgm:pt>
    <dgm:pt modelId="{26CEBC07-7243-47D5-B4F7-D5C3CE484B26}">
      <dgm:prSet phldrT="[Text]" phldr="0" custT="1"/>
      <dgm:spPr>
        <a:solidFill>
          <a:schemeClr val="bg2">
            <a:lumMod val="5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  <a:ea typeface="Calibri"/>
              <a:cs typeface="Calibri"/>
            </a:rPr>
            <a:t>9</a:t>
          </a:r>
          <a:endParaRPr lang="en-US" sz="1600" dirty="0">
            <a:latin typeface="Aptos Display"/>
          </a:endParaRPr>
        </a:p>
      </dgm:t>
    </dgm:pt>
    <dgm:pt modelId="{0690192E-A20C-48B0-9906-83BFFB99B9A0}" type="parTrans" cxnId="{FF3F475A-D6E3-44A0-93A4-4EBCF808A73D}">
      <dgm:prSet/>
      <dgm:spPr/>
      <dgm:t>
        <a:bodyPr/>
        <a:lstStyle/>
        <a:p>
          <a:endParaRPr lang="en-US"/>
        </a:p>
      </dgm:t>
    </dgm:pt>
    <dgm:pt modelId="{0CC39FD9-789F-45C1-868F-98D665E9212B}" type="sibTrans" cxnId="{FF3F475A-D6E3-44A0-93A4-4EBCF808A73D}">
      <dgm:prSet/>
      <dgm:spPr/>
      <dgm:t>
        <a:bodyPr/>
        <a:lstStyle/>
        <a:p>
          <a:endParaRPr lang="en-US"/>
        </a:p>
      </dgm:t>
    </dgm:pt>
    <dgm:pt modelId="{72976ABE-8278-4FF0-A6D3-7521EA1DAD6E}">
      <dgm:prSet phldr="0"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 panose="02110004020202020204"/>
            </a:rPr>
            <a:t>2</a:t>
          </a:r>
        </a:p>
      </dgm:t>
    </dgm:pt>
    <dgm:pt modelId="{C06787F2-3A6A-49DC-A0B7-DCF69CFF618E}" type="parTrans" cxnId="{2AD698D6-B06A-4A7C-AFED-6487178D61F3}">
      <dgm:prSet/>
      <dgm:spPr/>
      <dgm:t>
        <a:bodyPr/>
        <a:lstStyle/>
        <a:p>
          <a:endParaRPr lang="en-GB"/>
        </a:p>
      </dgm:t>
    </dgm:pt>
    <dgm:pt modelId="{1D24F93F-E67F-4AA5-8265-5083C502CC8E}" type="sibTrans" cxnId="{2AD698D6-B06A-4A7C-AFED-6487178D61F3}">
      <dgm:prSet/>
      <dgm:spPr/>
      <dgm:t>
        <a:bodyPr/>
        <a:lstStyle/>
        <a:p>
          <a:endParaRPr lang="en-GB"/>
        </a:p>
      </dgm:t>
    </dgm:pt>
    <dgm:pt modelId="{8A51BE48-96CF-4DE4-B1F6-40CB84F7A3AF}">
      <dgm:prSet phldr="0" custT="1"/>
      <dgm:spPr>
        <a:solidFill>
          <a:schemeClr val="accent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 panose="02110004020202020204"/>
            </a:rPr>
            <a:t>4</a:t>
          </a:r>
        </a:p>
      </dgm:t>
    </dgm:pt>
    <dgm:pt modelId="{DAADA634-615A-4251-A1FA-D3FCAD669992}" type="parTrans" cxnId="{EDC9D589-7D10-4021-8ED3-D2EB2DBF7CA2}">
      <dgm:prSet/>
      <dgm:spPr/>
      <dgm:t>
        <a:bodyPr/>
        <a:lstStyle/>
        <a:p>
          <a:endParaRPr lang="en-GB"/>
        </a:p>
      </dgm:t>
    </dgm:pt>
    <dgm:pt modelId="{BA8C2593-A07E-4F4A-9A56-1CC8F25789E2}" type="sibTrans" cxnId="{EDC9D589-7D10-4021-8ED3-D2EB2DBF7CA2}">
      <dgm:prSet/>
      <dgm:spPr/>
      <dgm:t>
        <a:bodyPr/>
        <a:lstStyle/>
        <a:p>
          <a:endParaRPr lang="en-GB"/>
        </a:p>
      </dgm:t>
    </dgm:pt>
    <dgm:pt modelId="{693771A2-F568-40C3-8ECF-915B5C96F9AF}">
      <dgm:prSet phldr="0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 panose="02110004020202020204"/>
            </a:rPr>
            <a:t>7</a:t>
          </a:r>
        </a:p>
      </dgm:t>
    </dgm:pt>
    <dgm:pt modelId="{79C508BB-F6CF-4864-AA45-3C6FD9AAEC4D}" type="parTrans" cxnId="{D069DBEB-F67B-4356-8AB9-B40B1E0C837D}">
      <dgm:prSet/>
      <dgm:spPr/>
      <dgm:t>
        <a:bodyPr/>
        <a:lstStyle/>
        <a:p>
          <a:endParaRPr lang="en-GB"/>
        </a:p>
      </dgm:t>
    </dgm:pt>
    <dgm:pt modelId="{2452AF3B-E150-4328-9331-E0001D6B6614}" type="sibTrans" cxnId="{D069DBEB-F67B-4356-8AB9-B40B1E0C837D}">
      <dgm:prSet/>
      <dgm:spPr/>
      <dgm:t>
        <a:bodyPr/>
        <a:lstStyle/>
        <a:p>
          <a:endParaRPr lang="en-GB"/>
        </a:p>
      </dgm:t>
    </dgm:pt>
    <dgm:pt modelId="{4A0F125F-40EB-46DC-9679-4D689C1ADA42}">
      <dgm:prSet phldr="0" custT="1"/>
      <dgm:spPr>
        <a:solidFill>
          <a:schemeClr val="accent2">
            <a:lumMod val="40000"/>
            <a:lumOff val="60000"/>
            <a:alpha val="90000"/>
          </a:schemeClr>
        </a:solidFill>
      </dgm:spPr>
      <dgm:t>
        <a:bodyPr/>
        <a:lstStyle/>
        <a:p>
          <a:pPr rtl="0"/>
          <a:r>
            <a:rPr lang="en-US" sz="1600" dirty="0">
              <a:latin typeface="Aptos Display" panose="02110004020202020204"/>
            </a:rPr>
            <a:t>5</a:t>
          </a:r>
        </a:p>
      </dgm:t>
    </dgm:pt>
    <dgm:pt modelId="{29F0BFDA-A89A-44BE-9309-2DAE66905BDF}" type="parTrans" cxnId="{20DBCB6B-88EC-4A3C-94FA-519CE5802136}">
      <dgm:prSet/>
      <dgm:spPr/>
      <dgm:t>
        <a:bodyPr/>
        <a:lstStyle/>
        <a:p>
          <a:endParaRPr lang="en-GB"/>
        </a:p>
      </dgm:t>
    </dgm:pt>
    <dgm:pt modelId="{B338CDDF-D3C6-4FBB-A825-E083734B8C5C}" type="sibTrans" cxnId="{20DBCB6B-88EC-4A3C-94FA-519CE5802136}">
      <dgm:prSet/>
      <dgm:spPr/>
      <dgm:t>
        <a:bodyPr/>
        <a:lstStyle/>
        <a:p>
          <a:endParaRPr lang="en-GB"/>
        </a:p>
      </dgm:t>
    </dgm:pt>
    <dgm:pt modelId="{89F60725-CE2C-4E91-BF40-C0003A86F7CD}">
      <dgm:prSet phldr="0" custT="1"/>
      <dgm:spPr>
        <a:solidFill>
          <a:schemeClr val="accent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 panose="02110004020202020204"/>
            </a:rPr>
            <a:t>6</a:t>
          </a:r>
        </a:p>
      </dgm:t>
    </dgm:pt>
    <dgm:pt modelId="{6F9F0350-3D6F-4542-A6BA-EC9B9B2412D7}" type="parTrans" cxnId="{58B3E31D-5108-4068-8429-362A4E8B7B19}">
      <dgm:prSet/>
      <dgm:spPr/>
      <dgm:t>
        <a:bodyPr/>
        <a:lstStyle/>
        <a:p>
          <a:endParaRPr lang="en-GB"/>
        </a:p>
      </dgm:t>
    </dgm:pt>
    <dgm:pt modelId="{E239381B-4898-4D4A-8E67-3A67DBB7BA87}" type="sibTrans" cxnId="{58B3E31D-5108-4068-8429-362A4E8B7B19}">
      <dgm:prSet/>
      <dgm:spPr/>
      <dgm:t>
        <a:bodyPr/>
        <a:lstStyle/>
        <a:p>
          <a:endParaRPr lang="en-GB"/>
        </a:p>
      </dgm:t>
    </dgm:pt>
    <dgm:pt modelId="{4111E686-E8C9-462A-B20D-AAF8D6ACE8C3}">
      <dgm:prSet phldr="0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 panose="02110004020202020204"/>
            </a:rPr>
            <a:t>8</a:t>
          </a:r>
        </a:p>
      </dgm:t>
    </dgm:pt>
    <dgm:pt modelId="{F6678C4E-1207-490C-B384-AA8B790DEFB8}" type="parTrans" cxnId="{52F5477E-D128-409A-8E8C-5C2EFCE25188}">
      <dgm:prSet/>
      <dgm:spPr/>
      <dgm:t>
        <a:bodyPr/>
        <a:lstStyle/>
        <a:p>
          <a:endParaRPr lang="en-GB"/>
        </a:p>
      </dgm:t>
    </dgm:pt>
    <dgm:pt modelId="{4CCB5EB2-13DD-4AA7-88B6-0905273AACA5}" type="sibTrans" cxnId="{52F5477E-D128-409A-8E8C-5C2EFCE25188}">
      <dgm:prSet/>
      <dgm:spPr/>
      <dgm:t>
        <a:bodyPr/>
        <a:lstStyle/>
        <a:p>
          <a:endParaRPr lang="en-GB"/>
        </a:p>
      </dgm:t>
    </dgm:pt>
    <dgm:pt modelId="{28999E96-986C-4375-A133-EF8A83320E22}">
      <dgm:prSet phldr="0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 panose="02110004020202020204"/>
            </a:rPr>
            <a:t>9</a:t>
          </a:r>
        </a:p>
      </dgm:t>
    </dgm:pt>
    <dgm:pt modelId="{14927609-5FB7-46FA-A31C-73DC0CA16E61}" type="parTrans" cxnId="{6DD63628-381E-47B9-BE67-33847A4F943B}">
      <dgm:prSet/>
      <dgm:spPr/>
      <dgm:t>
        <a:bodyPr/>
        <a:lstStyle/>
        <a:p>
          <a:endParaRPr lang="en-GB"/>
        </a:p>
      </dgm:t>
    </dgm:pt>
    <dgm:pt modelId="{F33DC2E0-EF27-48FE-96C2-39B2D421926A}" type="sibTrans" cxnId="{6DD63628-381E-47B9-BE67-33847A4F943B}">
      <dgm:prSet/>
      <dgm:spPr/>
      <dgm:t>
        <a:bodyPr/>
        <a:lstStyle/>
        <a:p>
          <a:endParaRPr lang="en-GB"/>
        </a:p>
      </dgm:t>
    </dgm:pt>
    <dgm:pt modelId="{20A20686-8D3E-4CFC-AD07-39B90FA991F9}">
      <dgm:prSet phldr="0" custT="1"/>
      <dgm:spPr>
        <a:solidFill>
          <a:schemeClr val="bg2">
            <a:lumMod val="60000"/>
            <a:lumOff val="40000"/>
            <a:alpha val="90000"/>
          </a:schemeClr>
        </a:solidFill>
      </dgm:spPr>
      <dgm:t>
        <a:bodyPr/>
        <a:lstStyle/>
        <a:p>
          <a:pPr rtl="0"/>
          <a:r>
            <a:rPr lang="en-US" sz="1600" dirty="0">
              <a:latin typeface="Aptos Display"/>
              <a:ea typeface="Calibri"/>
              <a:cs typeface="Calibri"/>
            </a:rPr>
            <a:t>1</a:t>
          </a:r>
        </a:p>
      </dgm:t>
    </dgm:pt>
    <dgm:pt modelId="{AC99849A-D193-4D2C-B10B-CB0D1CC516D2}" type="parTrans" cxnId="{82A478B3-7B67-4534-BB4C-6CB6C3042056}">
      <dgm:prSet/>
      <dgm:spPr/>
      <dgm:t>
        <a:bodyPr/>
        <a:lstStyle/>
        <a:p>
          <a:endParaRPr lang="en-GB"/>
        </a:p>
      </dgm:t>
    </dgm:pt>
    <dgm:pt modelId="{65F081D7-1C38-4095-A99D-95D4D883BF8A}" type="sibTrans" cxnId="{82A478B3-7B67-4534-BB4C-6CB6C3042056}">
      <dgm:prSet/>
      <dgm:spPr/>
      <dgm:t>
        <a:bodyPr/>
        <a:lstStyle/>
        <a:p>
          <a:endParaRPr lang="en-GB"/>
        </a:p>
      </dgm:t>
    </dgm:pt>
    <dgm:pt modelId="{152A03E1-4C07-424D-9F54-17B70A9FDCA0}">
      <dgm:prSet phldr="0" custT="1"/>
      <dgm:spPr>
        <a:solidFill>
          <a:schemeClr val="bg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  <a:ea typeface="Calibri"/>
              <a:cs typeface="Calibri"/>
            </a:rPr>
            <a:t>2</a:t>
          </a:r>
        </a:p>
      </dgm:t>
    </dgm:pt>
    <dgm:pt modelId="{DD7D7D16-FE8B-43B2-9887-D8571CD6F238}" type="parTrans" cxnId="{F87490EF-D5EB-47DD-AA00-DAA21B487F67}">
      <dgm:prSet/>
      <dgm:spPr/>
      <dgm:t>
        <a:bodyPr/>
        <a:lstStyle/>
        <a:p>
          <a:endParaRPr lang="en-GB"/>
        </a:p>
      </dgm:t>
    </dgm:pt>
    <dgm:pt modelId="{87512F6E-32B5-4217-B2F2-1DFEE3F35D0D}" type="sibTrans" cxnId="{F87490EF-D5EB-47DD-AA00-DAA21B487F67}">
      <dgm:prSet/>
      <dgm:spPr/>
      <dgm:t>
        <a:bodyPr/>
        <a:lstStyle/>
        <a:p>
          <a:endParaRPr lang="en-GB"/>
        </a:p>
      </dgm:t>
    </dgm:pt>
    <dgm:pt modelId="{2032B279-26B1-4869-9167-6DF3F70C22B9}">
      <dgm:prSet phldr="0" custT="1"/>
      <dgm:spPr>
        <a:solidFill>
          <a:schemeClr val="bg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  <a:ea typeface="Calibri"/>
              <a:cs typeface="Calibri"/>
            </a:rPr>
            <a:t>3</a:t>
          </a:r>
        </a:p>
      </dgm:t>
    </dgm:pt>
    <dgm:pt modelId="{B0F8B5D5-D039-405B-90CC-35CA5FDDCCC6}" type="parTrans" cxnId="{71AAD5DB-A9BB-4739-AFCF-4CA380AD4E4D}">
      <dgm:prSet/>
      <dgm:spPr/>
      <dgm:t>
        <a:bodyPr/>
        <a:lstStyle/>
        <a:p>
          <a:endParaRPr lang="en-GB"/>
        </a:p>
      </dgm:t>
    </dgm:pt>
    <dgm:pt modelId="{524AB2FB-ECA2-4351-8FE2-81A08EE280EC}" type="sibTrans" cxnId="{71AAD5DB-A9BB-4739-AFCF-4CA380AD4E4D}">
      <dgm:prSet/>
      <dgm:spPr/>
      <dgm:t>
        <a:bodyPr/>
        <a:lstStyle/>
        <a:p>
          <a:endParaRPr lang="en-GB"/>
        </a:p>
      </dgm:t>
    </dgm:pt>
    <dgm:pt modelId="{10190135-C584-4A27-AFEE-FE1F44282671}">
      <dgm:prSet phldr="0" custT="1"/>
      <dgm:spPr>
        <a:solidFill>
          <a:schemeClr val="bg2">
            <a:lumMod val="75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  <a:ea typeface="Calibri"/>
              <a:cs typeface="Calibri"/>
            </a:rPr>
            <a:t>4</a:t>
          </a:r>
        </a:p>
      </dgm:t>
    </dgm:pt>
    <dgm:pt modelId="{84350602-6DFD-4FF3-821A-D19FC8B1560D}" type="parTrans" cxnId="{B6CAA2B4-BB98-40EC-819B-A977BF18A394}">
      <dgm:prSet/>
      <dgm:spPr/>
      <dgm:t>
        <a:bodyPr/>
        <a:lstStyle/>
        <a:p>
          <a:endParaRPr lang="en-GB"/>
        </a:p>
      </dgm:t>
    </dgm:pt>
    <dgm:pt modelId="{1EB87184-2A7B-4135-94E6-38A0CB32F7A9}" type="sibTrans" cxnId="{B6CAA2B4-BB98-40EC-819B-A977BF18A394}">
      <dgm:prSet/>
      <dgm:spPr/>
      <dgm:t>
        <a:bodyPr/>
        <a:lstStyle/>
        <a:p>
          <a:endParaRPr lang="en-GB"/>
        </a:p>
      </dgm:t>
    </dgm:pt>
    <dgm:pt modelId="{C4307F0C-A17D-47EB-9E12-F998341E4729}">
      <dgm:prSet phldr="0" custT="1"/>
      <dgm:spPr>
        <a:solidFill>
          <a:schemeClr val="bg2">
            <a:lumMod val="75000"/>
            <a:alpha val="9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5</a:t>
          </a:r>
        </a:p>
      </dgm:t>
    </dgm:pt>
    <dgm:pt modelId="{DBBEE5E2-F7E4-4D71-8952-754B79AAF186}" type="parTrans" cxnId="{B1456669-E33C-4AF4-BC4B-33BBF5DD99AA}">
      <dgm:prSet/>
      <dgm:spPr/>
      <dgm:t>
        <a:bodyPr/>
        <a:lstStyle/>
        <a:p>
          <a:endParaRPr lang="en-GB"/>
        </a:p>
      </dgm:t>
    </dgm:pt>
    <dgm:pt modelId="{DFACBFF3-7283-4DCB-AFFD-9F18D52D02EA}" type="sibTrans" cxnId="{B1456669-E33C-4AF4-BC4B-33BBF5DD99AA}">
      <dgm:prSet/>
      <dgm:spPr/>
      <dgm:t>
        <a:bodyPr/>
        <a:lstStyle/>
        <a:p>
          <a:endParaRPr lang="en-GB"/>
        </a:p>
      </dgm:t>
    </dgm:pt>
    <dgm:pt modelId="{280184BC-7205-4551-8969-D453E9F1ACBA}">
      <dgm:prSet phldr="0" custT="1"/>
      <dgm:spPr>
        <a:solidFill>
          <a:schemeClr val="bg2">
            <a:lumMod val="75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  <a:ea typeface="Calibri"/>
              <a:cs typeface="Calibri"/>
            </a:rPr>
            <a:t>6</a:t>
          </a:r>
        </a:p>
      </dgm:t>
    </dgm:pt>
    <dgm:pt modelId="{F44E409F-D6CF-406A-B0A3-27A2A3993615}" type="parTrans" cxnId="{2F434110-DA8B-4A52-9114-9EC6835D6BA5}">
      <dgm:prSet/>
      <dgm:spPr/>
      <dgm:t>
        <a:bodyPr/>
        <a:lstStyle/>
        <a:p>
          <a:endParaRPr lang="en-GB"/>
        </a:p>
      </dgm:t>
    </dgm:pt>
    <dgm:pt modelId="{51CCE671-E98F-4F50-A519-8B1AA33ECED9}" type="sibTrans" cxnId="{2F434110-DA8B-4A52-9114-9EC6835D6BA5}">
      <dgm:prSet/>
      <dgm:spPr/>
      <dgm:t>
        <a:bodyPr/>
        <a:lstStyle/>
        <a:p>
          <a:endParaRPr lang="en-GB"/>
        </a:p>
      </dgm:t>
    </dgm:pt>
    <dgm:pt modelId="{07FFDE46-7DC8-45A6-9917-1633DE9E927C}">
      <dgm:prSet phldr="0" custT="1"/>
      <dgm:spPr>
        <a:solidFill>
          <a:schemeClr val="bg2">
            <a:lumMod val="5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  <a:ea typeface="Calibri"/>
              <a:cs typeface="Calibri"/>
            </a:rPr>
            <a:t>7</a:t>
          </a:r>
        </a:p>
      </dgm:t>
    </dgm:pt>
    <dgm:pt modelId="{DDAC87D8-5C69-4666-8752-AE793A8433AB}" type="parTrans" cxnId="{72E19FE5-D8E1-46EB-8BFA-8D17DB3B9783}">
      <dgm:prSet/>
      <dgm:spPr/>
      <dgm:t>
        <a:bodyPr/>
        <a:lstStyle/>
        <a:p>
          <a:endParaRPr lang="en-GB"/>
        </a:p>
      </dgm:t>
    </dgm:pt>
    <dgm:pt modelId="{2F02BD42-3933-4A10-862E-8F18A9570D14}" type="sibTrans" cxnId="{72E19FE5-D8E1-46EB-8BFA-8D17DB3B9783}">
      <dgm:prSet/>
      <dgm:spPr/>
      <dgm:t>
        <a:bodyPr/>
        <a:lstStyle/>
        <a:p>
          <a:endParaRPr lang="en-GB"/>
        </a:p>
      </dgm:t>
    </dgm:pt>
    <dgm:pt modelId="{30558C1E-120B-419B-B745-5A25655733B1}">
      <dgm:prSet phldr="0" custT="1"/>
      <dgm:spPr>
        <a:solidFill>
          <a:schemeClr val="bg2">
            <a:lumMod val="50000"/>
            <a:alpha val="90000"/>
          </a:schemeClr>
        </a:solidFill>
      </dgm:spPr>
      <dgm:t>
        <a:bodyPr/>
        <a:lstStyle/>
        <a:p>
          <a:r>
            <a:rPr lang="en-US" sz="1600">
              <a:latin typeface="Aptos Display"/>
              <a:ea typeface="Calibri"/>
              <a:cs typeface="Calibri"/>
            </a:rPr>
            <a:t>8</a:t>
          </a:r>
        </a:p>
      </dgm:t>
    </dgm:pt>
    <dgm:pt modelId="{5EC94CE1-EA66-477C-90D1-6EF8960C881B}" type="parTrans" cxnId="{FE986431-606F-45D7-943B-CE55A902F22E}">
      <dgm:prSet/>
      <dgm:spPr/>
      <dgm:t>
        <a:bodyPr/>
        <a:lstStyle/>
        <a:p>
          <a:endParaRPr lang="en-GB"/>
        </a:p>
      </dgm:t>
    </dgm:pt>
    <dgm:pt modelId="{19207019-E95E-4CC9-A71D-08F9B645CC30}" type="sibTrans" cxnId="{FE986431-606F-45D7-943B-CE55A902F22E}">
      <dgm:prSet/>
      <dgm:spPr/>
      <dgm:t>
        <a:bodyPr/>
        <a:lstStyle/>
        <a:p>
          <a:endParaRPr lang="en-GB"/>
        </a:p>
      </dgm:t>
    </dgm:pt>
    <dgm:pt modelId="{16DC7F94-CAB4-4A5D-9EE4-2F08F3C70B78}">
      <dgm:prSet phldr="0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 sz="2200" dirty="0">
            <a:latin typeface="Aptos Display" panose="02110004020202020204"/>
          </a:endParaRPr>
        </a:p>
      </dgm:t>
    </dgm:pt>
    <dgm:pt modelId="{FFB7302F-6D8B-4A61-8237-7937B56F7EDA}" type="sibTrans" cxnId="{0BBFB3E5-ECC0-4DC2-BE30-71F87BF3D1C2}">
      <dgm:prSet/>
      <dgm:spPr/>
      <dgm:t>
        <a:bodyPr/>
        <a:lstStyle/>
        <a:p>
          <a:endParaRPr lang="en-GB"/>
        </a:p>
      </dgm:t>
    </dgm:pt>
    <dgm:pt modelId="{2F30118B-13ED-46E5-90E9-CB50F783DACF}" type="parTrans" cxnId="{0BBFB3E5-ECC0-4DC2-BE30-71F87BF3D1C2}">
      <dgm:prSet/>
      <dgm:spPr/>
      <dgm:t>
        <a:bodyPr/>
        <a:lstStyle/>
        <a:p>
          <a:endParaRPr lang="en-GB"/>
        </a:p>
      </dgm:t>
    </dgm:pt>
    <dgm:pt modelId="{5845798C-F3ED-4DCF-8FE2-8AAC6AA7CA7B}">
      <dgm:prSet phldrT="[Text]" phldr="0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 sz="1600" dirty="0">
            <a:latin typeface="Aptos Display"/>
          </a:endParaRPr>
        </a:p>
      </dgm:t>
    </dgm:pt>
    <dgm:pt modelId="{492EBCA0-F48A-4F25-90BC-7C56E9546353}" type="parTrans" cxnId="{BF321ABC-A6B8-4614-9F28-4C7E27BE1867}">
      <dgm:prSet/>
      <dgm:spPr/>
      <dgm:t>
        <a:bodyPr/>
        <a:lstStyle/>
        <a:p>
          <a:endParaRPr lang="en-GB"/>
        </a:p>
      </dgm:t>
    </dgm:pt>
    <dgm:pt modelId="{03635511-4BC1-45B3-8CEA-46EE5426C64E}" type="sibTrans" cxnId="{BF321ABC-A6B8-4614-9F28-4C7E27BE1867}">
      <dgm:prSet/>
      <dgm:spPr/>
      <dgm:t>
        <a:bodyPr/>
        <a:lstStyle/>
        <a:p>
          <a:endParaRPr lang="en-GB"/>
        </a:p>
      </dgm:t>
    </dgm:pt>
    <dgm:pt modelId="{7F57B3DC-DDA7-4E7A-B85A-8836754F3305}">
      <dgm:prSet phldrT="[Text]" phldr="0" custT="1"/>
      <dgm:spPr>
        <a:solidFill>
          <a:schemeClr val="bg2">
            <a:lumMod val="50000"/>
            <a:alpha val="90000"/>
          </a:schemeClr>
        </a:solidFill>
      </dgm:spPr>
      <dgm:t>
        <a:bodyPr/>
        <a:lstStyle/>
        <a:p>
          <a:r>
            <a:rPr lang="en-US" sz="1600" b="1" dirty="0">
              <a:latin typeface="Aptos Display"/>
            </a:rPr>
            <a:t>IRL</a:t>
          </a:r>
        </a:p>
      </dgm:t>
    </dgm:pt>
    <dgm:pt modelId="{C77597BD-1947-4F74-A682-A55FFB594A25}" type="parTrans" cxnId="{9D9902E5-A041-4F2A-80FD-4529BE7DAA6F}">
      <dgm:prSet/>
      <dgm:spPr/>
      <dgm:t>
        <a:bodyPr/>
        <a:lstStyle/>
        <a:p>
          <a:endParaRPr lang="en-GB"/>
        </a:p>
      </dgm:t>
    </dgm:pt>
    <dgm:pt modelId="{8BE1A3FC-83C5-4C54-A054-8BE4A30D20E7}" type="sibTrans" cxnId="{9D9902E5-A041-4F2A-80FD-4529BE7DAA6F}">
      <dgm:prSet/>
      <dgm:spPr/>
      <dgm:t>
        <a:bodyPr/>
        <a:lstStyle/>
        <a:p>
          <a:endParaRPr lang="en-GB"/>
        </a:p>
      </dgm:t>
    </dgm:pt>
    <dgm:pt modelId="{ED08ECD3-691B-4C83-98A6-82391E47DED8}">
      <dgm:prSet phldrT="[Text]" phldr="0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</a:rPr>
            <a:t>1</a:t>
          </a:r>
        </a:p>
      </dgm:t>
    </dgm:pt>
    <dgm:pt modelId="{802EAF5A-B781-40F1-AAAB-78AE24565FC1}" type="parTrans" cxnId="{D067E9D2-7DD3-401F-A507-0C3E94DDDC1C}">
      <dgm:prSet/>
      <dgm:spPr/>
      <dgm:t>
        <a:bodyPr/>
        <a:lstStyle/>
        <a:p>
          <a:endParaRPr lang="en-GB"/>
        </a:p>
      </dgm:t>
    </dgm:pt>
    <dgm:pt modelId="{4E6C9BD7-C430-4F1F-93CF-FBACAE1D8507}" type="sibTrans" cxnId="{D067E9D2-7DD3-401F-A507-0C3E94DDDC1C}">
      <dgm:prSet/>
      <dgm:spPr/>
      <dgm:t>
        <a:bodyPr/>
        <a:lstStyle/>
        <a:p>
          <a:endParaRPr lang="en-GB"/>
        </a:p>
      </dgm:t>
    </dgm:pt>
    <dgm:pt modelId="{7B0BA350-5163-4357-A7DD-0A55C77A9F82}">
      <dgm:prSet phldrT="[Text]" phldr="0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</a:rPr>
            <a:t>2</a:t>
          </a:r>
        </a:p>
      </dgm:t>
    </dgm:pt>
    <dgm:pt modelId="{2112248B-0CF9-443A-BB47-0DB479CD03A4}" type="parTrans" cxnId="{91275680-3044-461E-8830-6516648D38F7}">
      <dgm:prSet/>
      <dgm:spPr/>
      <dgm:t>
        <a:bodyPr/>
        <a:lstStyle/>
        <a:p>
          <a:endParaRPr lang="en-GB"/>
        </a:p>
      </dgm:t>
    </dgm:pt>
    <dgm:pt modelId="{BA256273-63A2-4C6D-A9B3-3BE4D55B797B}" type="sibTrans" cxnId="{91275680-3044-461E-8830-6516648D38F7}">
      <dgm:prSet/>
      <dgm:spPr/>
      <dgm:t>
        <a:bodyPr/>
        <a:lstStyle/>
        <a:p>
          <a:endParaRPr lang="en-GB"/>
        </a:p>
      </dgm:t>
    </dgm:pt>
    <dgm:pt modelId="{6FB06BF9-D014-4D7C-B932-27F5BF3BAEEF}">
      <dgm:prSet phldrT="[Text]" phldr="0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</a:rPr>
            <a:t>3</a:t>
          </a:r>
        </a:p>
      </dgm:t>
    </dgm:pt>
    <dgm:pt modelId="{E0CF9AF9-4240-42DF-9113-6E560E9130B8}" type="parTrans" cxnId="{6937E78B-69DA-4C55-8515-7E89A4A1F426}">
      <dgm:prSet/>
      <dgm:spPr/>
      <dgm:t>
        <a:bodyPr/>
        <a:lstStyle/>
        <a:p>
          <a:endParaRPr lang="en-GB"/>
        </a:p>
      </dgm:t>
    </dgm:pt>
    <dgm:pt modelId="{BA66C9B4-D2AC-44BF-998A-91291670AB25}" type="sibTrans" cxnId="{6937E78B-69DA-4C55-8515-7E89A4A1F426}">
      <dgm:prSet/>
      <dgm:spPr/>
      <dgm:t>
        <a:bodyPr/>
        <a:lstStyle/>
        <a:p>
          <a:endParaRPr lang="en-GB"/>
        </a:p>
      </dgm:t>
    </dgm:pt>
    <dgm:pt modelId="{B95EAE70-53E7-4E42-9C81-8078E89EFAA0}">
      <dgm:prSet phldrT="[Text]" phldr="0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</a:rPr>
            <a:t>4</a:t>
          </a:r>
        </a:p>
      </dgm:t>
    </dgm:pt>
    <dgm:pt modelId="{32FDEA8E-3212-4CBC-825F-D690EA6FB238}" type="parTrans" cxnId="{CADA4F80-57D7-4F20-8A76-BFC3D03DCDCB}">
      <dgm:prSet/>
      <dgm:spPr/>
      <dgm:t>
        <a:bodyPr/>
        <a:lstStyle/>
        <a:p>
          <a:endParaRPr lang="en-GB"/>
        </a:p>
      </dgm:t>
    </dgm:pt>
    <dgm:pt modelId="{DBA8853E-AD83-478C-A035-2BEC62485672}" type="sibTrans" cxnId="{CADA4F80-57D7-4F20-8A76-BFC3D03DCDCB}">
      <dgm:prSet/>
      <dgm:spPr/>
      <dgm:t>
        <a:bodyPr/>
        <a:lstStyle/>
        <a:p>
          <a:endParaRPr lang="en-GB"/>
        </a:p>
      </dgm:t>
    </dgm:pt>
    <dgm:pt modelId="{A6049910-2E7F-4DE9-A314-EC42B4EB89EF}">
      <dgm:prSet phldrT="[Text]" phldr="0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</a:rPr>
            <a:t>5</a:t>
          </a:r>
        </a:p>
      </dgm:t>
    </dgm:pt>
    <dgm:pt modelId="{3A888476-259E-4D88-90EB-C5C57BFC4FEF}" type="parTrans" cxnId="{43BAE776-4B63-47AB-9523-26BD4FA948D3}">
      <dgm:prSet/>
      <dgm:spPr/>
      <dgm:t>
        <a:bodyPr/>
        <a:lstStyle/>
        <a:p>
          <a:endParaRPr lang="en-GB"/>
        </a:p>
      </dgm:t>
    </dgm:pt>
    <dgm:pt modelId="{7585084C-EB90-492F-9774-5E563CF31FC5}" type="sibTrans" cxnId="{43BAE776-4B63-47AB-9523-26BD4FA948D3}">
      <dgm:prSet/>
      <dgm:spPr/>
      <dgm:t>
        <a:bodyPr/>
        <a:lstStyle/>
        <a:p>
          <a:endParaRPr lang="en-GB"/>
        </a:p>
      </dgm:t>
    </dgm:pt>
    <dgm:pt modelId="{E59AA8EC-34EC-4A3F-8A7E-2E43BF1D6DAE}">
      <dgm:prSet phldrT="[Text]" phldr="0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</a:rPr>
            <a:t>6</a:t>
          </a:r>
        </a:p>
      </dgm:t>
    </dgm:pt>
    <dgm:pt modelId="{8C6D9298-2AA2-491D-8674-0366F4501BAC}" type="parTrans" cxnId="{79E4E865-492A-4549-A683-8346E398B443}">
      <dgm:prSet/>
      <dgm:spPr/>
      <dgm:t>
        <a:bodyPr/>
        <a:lstStyle/>
        <a:p>
          <a:endParaRPr lang="en-GB"/>
        </a:p>
      </dgm:t>
    </dgm:pt>
    <dgm:pt modelId="{A26CF77E-DFE6-4F94-AA50-378586548157}" type="sibTrans" cxnId="{79E4E865-492A-4549-A683-8346E398B443}">
      <dgm:prSet/>
      <dgm:spPr/>
      <dgm:t>
        <a:bodyPr/>
        <a:lstStyle/>
        <a:p>
          <a:endParaRPr lang="en-GB"/>
        </a:p>
      </dgm:t>
    </dgm:pt>
    <dgm:pt modelId="{BA2C86AB-5ED6-4C9D-A746-D4C157C99909}">
      <dgm:prSet phldrT="[Text]" phldr="0" custT="1"/>
      <dgm:spPr>
        <a:solidFill>
          <a:schemeClr val="tx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</a:rPr>
            <a:t>7</a:t>
          </a:r>
        </a:p>
      </dgm:t>
    </dgm:pt>
    <dgm:pt modelId="{9A29A8DF-EBC0-4C5A-BD41-CB3FDDBB5FA1}" type="parTrans" cxnId="{B19744FA-30C8-4893-9168-7E2977B3DA2C}">
      <dgm:prSet/>
      <dgm:spPr/>
      <dgm:t>
        <a:bodyPr/>
        <a:lstStyle/>
        <a:p>
          <a:endParaRPr lang="en-GB"/>
        </a:p>
      </dgm:t>
    </dgm:pt>
    <dgm:pt modelId="{6937A296-1BE2-4F59-A863-0AED06FDFEB0}" type="sibTrans" cxnId="{B19744FA-30C8-4893-9168-7E2977B3DA2C}">
      <dgm:prSet/>
      <dgm:spPr/>
      <dgm:t>
        <a:bodyPr/>
        <a:lstStyle/>
        <a:p>
          <a:endParaRPr lang="en-GB"/>
        </a:p>
      </dgm:t>
    </dgm:pt>
    <dgm:pt modelId="{2B6EBE76-7D0A-4879-AB9B-D80D2604AE24}">
      <dgm:prSet phldrT="[Text]" phldr="0" custT="1"/>
      <dgm:spPr>
        <a:solidFill>
          <a:schemeClr val="tx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>
              <a:latin typeface="Aptos Display"/>
            </a:rPr>
            <a:t>8</a:t>
          </a:r>
          <a:endParaRPr lang="en-US" sz="1600" dirty="0">
            <a:latin typeface="Aptos Display"/>
          </a:endParaRPr>
        </a:p>
      </dgm:t>
    </dgm:pt>
    <dgm:pt modelId="{32D40D4C-3FB0-43F8-9510-9BCB45AA33B4}" type="parTrans" cxnId="{A913DA44-E268-4EEE-BE76-885DF0ECF495}">
      <dgm:prSet/>
      <dgm:spPr/>
      <dgm:t>
        <a:bodyPr/>
        <a:lstStyle/>
        <a:p>
          <a:endParaRPr lang="en-GB"/>
        </a:p>
      </dgm:t>
    </dgm:pt>
    <dgm:pt modelId="{DFD5E308-14EA-4893-BFD3-86995D14D3B0}" type="sibTrans" cxnId="{A913DA44-E268-4EEE-BE76-885DF0ECF495}">
      <dgm:prSet/>
      <dgm:spPr/>
      <dgm:t>
        <a:bodyPr/>
        <a:lstStyle/>
        <a:p>
          <a:endParaRPr lang="en-GB"/>
        </a:p>
      </dgm:t>
    </dgm:pt>
    <dgm:pt modelId="{37780EE1-1AD8-4E47-9F7C-D4E07107E78C}">
      <dgm:prSet phldrT="[Text]" phldr="0" custT="1"/>
      <dgm:spPr>
        <a:solidFill>
          <a:schemeClr val="tx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Aptos Display"/>
            </a:rPr>
            <a:t>9</a:t>
          </a:r>
        </a:p>
      </dgm:t>
    </dgm:pt>
    <dgm:pt modelId="{C51111D5-BCE7-4888-9950-484151500DD4}" type="parTrans" cxnId="{517D6008-A901-4B7E-8B67-4F704400EB87}">
      <dgm:prSet/>
      <dgm:spPr/>
      <dgm:t>
        <a:bodyPr/>
        <a:lstStyle/>
        <a:p>
          <a:endParaRPr lang="en-GB"/>
        </a:p>
      </dgm:t>
    </dgm:pt>
    <dgm:pt modelId="{F2EF1782-0D80-4B21-A8E3-C0D236EBBA2A}" type="sibTrans" cxnId="{517D6008-A901-4B7E-8B67-4F704400EB87}">
      <dgm:prSet/>
      <dgm:spPr/>
      <dgm:t>
        <a:bodyPr/>
        <a:lstStyle/>
        <a:p>
          <a:endParaRPr lang="en-GB"/>
        </a:p>
      </dgm:t>
    </dgm:pt>
    <dgm:pt modelId="{193FEFE1-A696-4068-A3BC-3B012FF74766}" type="pres">
      <dgm:prSet presAssocID="{1FDEC258-BC1F-4958-87A7-02A50EE69C4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4A1F058-183C-4526-BA77-0D134322CD1C}" type="pres">
      <dgm:prSet presAssocID="{8B29E5A1-E026-4996-A69D-60A4F4CF4D56}" presName="horFlow" presStyleCnt="0"/>
      <dgm:spPr/>
    </dgm:pt>
    <dgm:pt modelId="{8E7F26BC-09B6-4096-84DC-5C93F7E9BD96}" type="pres">
      <dgm:prSet presAssocID="{8B29E5A1-E026-4996-A69D-60A4F4CF4D56}" presName="bigChev" presStyleLbl="node1" presStyleIdx="0" presStyleCnt="5"/>
      <dgm:spPr/>
    </dgm:pt>
    <dgm:pt modelId="{FA0FC58F-8A37-41E2-A7E4-91BAA793C786}" type="pres">
      <dgm:prSet presAssocID="{CBCDA1BD-838D-4DA2-87B1-C114D3832A88}" presName="parTrans" presStyleCnt="0"/>
      <dgm:spPr/>
    </dgm:pt>
    <dgm:pt modelId="{168CE0EC-544B-4C5B-B69E-778F343297EF}" type="pres">
      <dgm:prSet presAssocID="{0F5C8C4E-C93F-43A1-9011-104F443D689C}" presName="node" presStyleLbl="alignAccFollowNode1" presStyleIdx="0" presStyleCnt="27" custLinFactNeighborX="-7480">
        <dgm:presLayoutVars>
          <dgm:bulletEnabled val="1"/>
        </dgm:presLayoutVars>
      </dgm:prSet>
      <dgm:spPr/>
    </dgm:pt>
    <dgm:pt modelId="{36F716D9-0958-4AED-B953-3C0D1190B783}" type="pres">
      <dgm:prSet presAssocID="{A1FB3925-72FA-48C4-888D-4354FC0C828C}" presName="sibTrans" presStyleCnt="0"/>
      <dgm:spPr/>
    </dgm:pt>
    <dgm:pt modelId="{D144F525-4E65-420D-917B-325CE37FEA10}" type="pres">
      <dgm:prSet presAssocID="{72976ABE-8278-4FF0-A6D3-7521EA1DAD6E}" presName="node" presStyleLbl="alignAccFollowNode1" presStyleIdx="1" presStyleCnt="27">
        <dgm:presLayoutVars>
          <dgm:bulletEnabled val="1"/>
        </dgm:presLayoutVars>
      </dgm:prSet>
      <dgm:spPr/>
    </dgm:pt>
    <dgm:pt modelId="{FE1CD72C-3681-4B40-BCA5-BDEB6B8201FC}" type="pres">
      <dgm:prSet presAssocID="{1D24F93F-E67F-4AA5-8265-5083C502CC8E}" presName="sibTrans" presStyleCnt="0"/>
      <dgm:spPr/>
    </dgm:pt>
    <dgm:pt modelId="{806B1C47-1175-4FD3-80BA-43DA43DF3A00}" type="pres">
      <dgm:prSet presAssocID="{4F05F3A4-8810-4B6C-89D0-6B569EB8F35C}" presName="node" presStyleLbl="alignAccFollowNode1" presStyleIdx="2" presStyleCnt="27">
        <dgm:presLayoutVars>
          <dgm:bulletEnabled val="1"/>
        </dgm:presLayoutVars>
      </dgm:prSet>
      <dgm:spPr/>
    </dgm:pt>
    <dgm:pt modelId="{5653ACA8-ECF2-4D76-A9DA-5115001E8F19}" type="pres">
      <dgm:prSet presAssocID="{C6CC8010-77D2-4072-80DB-EA3F0E91DA15}" presName="sibTrans" presStyleCnt="0"/>
      <dgm:spPr/>
    </dgm:pt>
    <dgm:pt modelId="{BB048008-E446-48C8-A9DA-1E2B6F4D62F8}" type="pres">
      <dgm:prSet presAssocID="{8A51BE48-96CF-4DE4-B1F6-40CB84F7A3AF}" presName="node" presStyleLbl="alignAccFollowNode1" presStyleIdx="3" presStyleCnt="27">
        <dgm:presLayoutVars>
          <dgm:bulletEnabled val="1"/>
        </dgm:presLayoutVars>
      </dgm:prSet>
      <dgm:spPr/>
    </dgm:pt>
    <dgm:pt modelId="{D8F1DAA1-2A36-4202-B007-02816D84300B}" type="pres">
      <dgm:prSet presAssocID="{BA8C2593-A07E-4F4A-9A56-1CC8F25789E2}" presName="sibTrans" presStyleCnt="0"/>
      <dgm:spPr/>
    </dgm:pt>
    <dgm:pt modelId="{64A61E5A-602A-451D-B43E-D1DD5AE2B131}" type="pres">
      <dgm:prSet presAssocID="{4A0F125F-40EB-46DC-9679-4D689C1ADA42}" presName="node" presStyleLbl="alignAccFollowNode1" presStyleIdx="4" presStyleCnt="27">
        <dgm:presLayoutVars>
          <dgm:bulletEnabled val="1"/>
        </dgm:presLayoutVars>
      </dgm:prSet>
      <dgm:spPr/>
    </dgm:pt>
    <dgm:pt modelId="{6A416539-B6AA-4B78-9FB4-6406C0D0D76F}" type="pres">
      <dgm:prSet presAssocID="{B338CDDF-D3C6-4FBB-A825-E083734B8C5C}" presName="sibTrans" presStyleCnt="0"/>
      <dgm:spPr/>
    </dgm:pt>
    <dgm:pt modelId="{C69A67DF-BB13-4D40-BB61-588B231F6A20}" type="pres">
      <dgm:prSet presAssocID="{89F60725-CE2C-4E91-BF40-C0003A86F7CD}" presName="node" presStyleLbl="alignAccFollowNode1" presStyleIdx="5" presStyleCnt="27">
        <dgm:presLayoutVars>
          <dgm:bulletEnabled val="1"/>
        </dgm:presLayoutVars>
      </dgm:prSet>
      <dgm:spPr/>
    </dgm:pt>
    <dgm:pt modelId="{175180D3-E0D2-4B2D-AA91-914CE1FCA89C}" type="pres">
      <dgm:prSet presAssocID="{E239381B-4898-4D4A-8E67-3A67DBB7BA87}" presName="sibTrans" presStyleCnt="0"/>
      <dgm:spPr/>
    </dgm:pt>
    <dgm:pt modelId="{21C4A0AC-6A06-49FD-A0B2-83823D24FE3A}" type="pres">
      <dgm:prSet presAssocID="{693771A2-F568-40C3-8ECF-915B5C96F9AF}" presName="node" presStyleLbl="alignAccFollowNode1" presStyleIdx="6" presStyleCnt="27">
        <dgm:presLayoutVars>
          <dgm:bulletEnabled val="1"/>
        </dgm:presLayoutVars>
      </dgm:prSet>
      <dgm:spPr/>
    </dgm:pt>
    <dgm:pt modelId="{9827EFB6-9951-415A-9904-15248CDF8045}" type="pres">
      <dgm:prSet presAssocID="{2452AF3B-E150-4328-9331-E0001D6B6614}" presName="sibTrans" presStyleCnt="0"/>
      <dgm:spPr/>
    </dgm:pt>
    <dgm:pt modelId="{9DAD6CA6-E009-4FE0-9EA9-E8BC0F37BF71}" type="pres">
      <dgm:prSet presAssocID="{4111E686-E8C9-462A-B20D-AAF8D6ACE8C3}" presName="node" presStyleLbl="alignAccFollowNode1" presStyleIdx="7" presStyleCnt="27">
        <dgm:presLayoutVars>
          <dgm:bulletEnabled val="1"/>
        </dgm:presLayoutVars>
      </dgm:prSet>
      <dgm:spPr/>
    </dgm:pt>
    <dgm:pt modelId="{70DB6480-69A4-46E1-ACB4-B9434E3143C1}" type="pres">
      <dgm:prSet presAssocID="{4CCB5EB2-13DD-4AA7-88B6-0905273AACA5}" presName="sibTrans" presStyleCnt="0"/>
      <dgm:spPr/>
    </dgm:pt>
    <dgm:pt modelId="{2410AE7B-0AEE-476A-AFE0-3F3DC942F3A3}" type="pres">
      <dgm:prSet presAssocID="{28999E96-986C-4375-A133-EF8A83320E22}" presName="node" presStyleLbl="alignAccFollowNode1" presStyleIdx="8" presStyleCnt="27">
        <dgm:presLayoutVars>
          <dgm:bulletEnabled val="1"/>
        </dgm:presLayoutVars>
      </dgm:prSet>
      <dgm:spPr/>
    </dgm:pt>
    <dgm:pt modelId="{C5492B60-88FE-4EA6-86F8-7C10121EC729}" type="pres">
      <dgm:prSet presAssocID="{8B29E5A1-E026-4996-A69D-60A4F4CF4D56}" presName="vSp" presStyleCnt="0"/>
      <dgm:spPr/>
    </dgm:pt>
    <dgm:pt modelId="{B089C354-A902-4E80-8CE8-9E02CBBD551D}" type="pres">
      <dgm:prSet presAssocID="{16DC7F94-CAB4-4A5D-9EE4-2F08F3C70B78}" presName="horFlow" presStyleCnt="0"/>
      <dgm:spPr/>
    </dgm:pt>
    <dgm:pt modelId="{EDE69B16-1538-46A8-ABC8-701AD05EC2B5}" type="pres">
      <dgm:prSet presAssocID="{16DC7F94-CAB4-4A5D-9EE4-2F08F3C70B78}" presName="bigChev" presStyleLbl="node1" presStyleIdx="1" presStyleCnt="5"/>
      <dgm:spPr/>
    </dgm:pt>
    <dgm:pt modelId="{4CFA5B75-05B7-4E28-BA5D-4FE68974F5CB}" type="pres">
      <dgm:prSet presAssocID="{16DC7F94-CAB4-4A5D-9EE4-2F08F3C70B78}" presName="vSp" presStyleCnt="0"/>
      <dgm:spPr/>
    </dgm:pt>
    <dgm:pt modelId="{B5E5221B-8728-471A-BB60-E9DF98DFA2DB}" type="pres">
      <dgm:prSet presAssocID="{AC583493-168E-4155-97BA-D942640096EE}" presName="horFlow" presStyleCnt="0"/>
      <dgm:spPr/>
    </dgm:pt>
    <dgm:pt modelId="{A3DEA4A3-74FF-4BC9-BCD0-B56DBE8674DE}" type="pres">
      <dgm:prSet presAssocID="{AC583493-168E-4155-97BA-D942640096EE}" presName="bigChev" presStyleLbl="node1" presStyleIdx="2" presStyleCnt="5"/>
      <dgm:spPr/>
    </dgm:pt>
    <dgm:pt modelId="{E51C8FE4-DA32-4E37-876C-F382C5F7C19F}" type="pres">
      <dgm:prSet presAssocID="{AC99849A-D193-4D2C-B10B-CB0D1CC516D2}" presName="parTrans" presStyleCnt="0"/>
      <dgm:spPr/>
    </dgm:pt>
    <dgm:pt modelId="{8B80E22C-0F2F-4061-832B-1D19C9C23333}" type="pres">
      <dgm:prSet presAssocID="{20A20686-8D3E-4CFC-AD07-39B90FA991F9}" presName="node" presStyleLbl="alignAccFollowNode1" presStyleIdx="9" presStyleCnt="27">
        <dgm:presLayoutVars>
          <dgm:bulletEnabled val="1"/>
        </dgm:presLayoutVars>
      </dgm:prSet>
      <dgm:spPr/>
    </dgm:pt>
    <dgm:pt modelId="{3B5F878E-AE13-489E-BF60-BF15735AE951}" type="pres">
      <dgm:prSet presAssocID="{65F081D7-1C38-4095-A99D-95D4D883BF8A}" presName="sibTrans" presStyleCnt="0"/>
      <dgm:spPr/>
    </dgm:pt>
    <dgm:pt modelId="{BD1E27AD-2505-4828-B6CD-AD79109BD9BE}" type="pres">
      <dgm:prSet presAssocID="{152A03E1-4C07-424D-9F54-17B70A9FDCA0}" presName="node" presStyleLbl="alignAccFollowNode1" presStyleIdx="10" presStyleCnt="27">
        <dgm:presLayoutVars>
          <dgm:bulletEnabled val="1"/>
        </dgm:presLayoutVars>
      </dgm:prSet>
      <dgm:spPr/>
    </dgm:pt>
    <dgm:pt modelId="{9F463EBC-C779-4BD2-BE3D-D944531A6BF6}" type="pres">
      <dgm:prSet presAssocID="{87512F6E-32B5-4217-B2F2-1DFEE3F35D0D}" presName="sibTrans" presStyleCnt="0"/>
      <dgm:spPr/>
    </dgm:pt>
    <dgm:pt modelId="{346FB1F5-B771-4540-B590-443F393962A6}" type="pres">
      <dgm:prSet presAssocID="{2032B279-26B1-4869-9167-6DF3F70C22B9}" presName="node" presStyleLbl="alignAccFollowNode1" presStyleIdx="11" presStyleCnt="27">
        <dgm:presLayoutVars>
          <dgm:bulletEnabled val="1"/>
        </dgm:presLayoutVars>
      </dgm:prSet>
      <dgm:spPr/>
    </dgm:pt>
    <dgm:pt modelId="{EBBE08E3-02B5-4728-967A-A6D0C31E5B44}" type="pres">
      <dgm:prSet presAssocID="{524AB2FB-ECA2-4351-8FE2-81A08EE280EC}" presName="sibTrans" presStyleCnt="0"/>
      <dgm:spPr/>
    </dgm:pt>
    <dgm:pt modelId="{87D403FE-3999-416B-91E8-00DF799DC28A}" type="pres">
      <dgm:prSet presAssocID="{10190135-C584-4A27-AFEE-FE1F44282671}" presName="node" presStyleLbl="alignAccFollowNode1" presStyleIdx="12" presStyleCnt="27">
        <dgm:presLayoutVars>
          <dgm:bulletEnabled val="1"/>
        </dgm:presLayoutVars>
      </dgm:prSet>
      <dgm:spPr/>
    </dgm:pt>
    <dgm:pt modelId="{E8B4DEDB-02CD-42AB-BB82-9BF7E568B964}" type="pres">
      <dgm:prSet presAssocID="{1EB87184-2A7B-4135-94E6-38A0CB32F7A9}" presName="sibTrans" presStyleCnt="0"/>
      <dgm:spPr/>
    </dgm:pt>
    <dgm:pt modelId="{B035D5D5-9614-423C-A235-ACD9DFDC44D7}" type="pres">
      <dgm:prSet presAssocID="{C4307F0C-A17D-47EB-9E12-F998341E4729}" presName="node" presStyleLbl="alignAccFollowNode1" presStyleIdx="13" presStyleCnt="27">
        <dgm:presLayoutVars>
          <dgm:bulletEnabled val="1"/>
        </dgm:presLayoutVars>
      </dgm:prSet>
      <dgm:spPr/>
    </dgm:pt>
    <dgm:pt modelId="{3A4BD79A-D9E6-44C5-9F8B-AB73B50C8432}" type="pres">
      <dgm:prSet presAssocID="{DFACBFF3-7283-4DCB-AFFD-9F18D52D02EA}" presName="sibTrans" presStyleCnt="0"/>
      <dgm:spPr/>
    </dgm:pt>
    <dgm:pt modelId="{1E4015A9-8D1C-4387-9923-4C52E8743344}" type="pres">
      <dgm:prSet presAssocID="{280184BC-7205-4551-8969-D453E9F1ACBA}" presName="node" presStyleLbl="alignAccFollowNode1" presStyleIdx="14" presStyleCnt="27">
        <dgm:presLayoutVars>
          <dgm:bulletEnabled val="1"/>
        </dgm:presLayoutVars>
      </dgm:prSet>
      <dgm:spPr/>
    </dgm:pt>
    <dgm:pt modelId="{15364FE1-AE19-4D8F-8F16-8B5360A96346}" type="pres">
      <dgm:prSet presAssocID="{51CCE671-E98F-4F50-A519-8B1AA33ECED9}" presName="sibTrans" presStyleCnt="0"/>
      <dgm:spPr/>
    </dgm:pt>
    <dgm:pt modelId="{BCA845DA-6CD5-4F65-9C99-4D0723C809CC}" type="pres">
      <dgm:prSet presAssocID="{07FFDE46-7DC8-45A6-9917-1633DE9E927C}" presName="node" presStyleLbl="alignAccFollowNode1" presStyleIdx="15" presStyleCnt="27">
        <dgm:presLayoutVars>
          <dgm:bulletEnabled val="1"/>
        </dgm:presLayoutVars>
      </dgm:prSet>
      <dgm:spPr/>
    </dgm:pt>
    <dgm:pt modelId="{4468DFAE-202E-43B7-8415-2DF634EFD703}" type="pres">
      <dgm:prSet presAssocID="{2F02BD42-3933-4A10-862E-8F18A9570D14}" presName="sibTrans" presStyleCnt="0"/>
      <dgm:spPr/>
    </dgm:pt>
    <dgm:pt modelId="{4C454A04-4FEE-4DB2-BF6E-AB5D7B452027}" type="pres">
      <dgm:prSet presAssocID="{30558C1E-120B-419B-B745-5A25655733B1}" presName="node" presStyleLbl="alignAccFollowNode1" presStyleIdx="16" presStyleCnt="27">
        <dgm:presLayoutVars>
          <dgm:bulletEnabled val="1"/>
        </dgm:presLayoutVars>
      </dgm:prSet>
      <dgm:spPr/>
    </dgm:pt>
    <dgm:pt modelId="{78AA5BC7-6480-42B0-8800-703FB0CB519B}" type="pres">
      <dgm:prSet presAssocID="{19207019-E95E-4CC9-A71D-08F9B645CC30}" presName="sibTrans" presStyleCnt="0"/>
      <dgm:spPr/>
    </dgm:pt>
    <dgm:pt modelId="{D2869BB3-DA80-48C5-89E4-92701D5EE938}" type="pres">
      <dgm:prSet presAssocID="{26CEBC07-7243-47D5-B4F7-D5C3CE484B26}" presName="node" presStyleLbl="alignAccFollowNode1" presStyleIdx="17" presStyleCnt="27">
        <dgm:presLayoutVars>
          <dgm:bulletEnabled val="1"/>
        </dgm:presLayoutVars>
      </dgm:prSet>
      <dgm:spPr/>
    </dgm:pt>
    <dgm:pt modelId="{6CD15A97-CB97-45CD-8E54-9B926A696088}" type="pres">
      <dgm:prSet presAssocID="{AC583493-168E-4155-97BA-D942640096EE}" presName="vSp" presStyleCnt="0"/>
      <dgm:spPr/>
    </dgm:pt>
    <dgm:pt modelId="{A110CCD6-41DA-4A39-A99F-5F309853A48D}" type="pres">
      <dgm:prSet presAssocID="{5845798C-F3ED-4DCF-8FE2-8AAC6AA7CA7B}" presName="horFlow" presStyleCnt="0"/>
      <dgm:spPr/>
    </dgm:pt>
    <dgm:pt modelId="{BA5D76E5-745B-4CB2-B29F-A494FEADE284}" type="pres">
      <dgm:prSet presAssocID="{5845798C-F3ED-4DCF-8FE2-8AAC6AA7CA7B}" presName="bigChev" presStyleLbl="node1" presStyleIdx="3" presStyleCnt="5"/>
      <dgm:spPr/>
    </dgm:pt>
    <dgm:pt modelId="{25DA0602-53C8-415F-BF0C-DF4229AAA7B3}" type="pres">
      <dgm:prSet presAssocID="{5845798C-F3ED-4DCF-8FE2-8AAC6AA7CA7B}" presName="vSp" presStyleCnt="0"/>
      <dgm:spPr/>
    </dgm:pt>
    <dgm:pt modelId="{7246C7C3-50B3-471D-ABEA-06C57E97B904}" type="pres">
      <dgm:prSet presAssocID="{7F57B3DC-DDA7-4E7A-B85A-8836754F3305}" presName="horFlow" presStyleCnt="0"/>
      <dgm:spPr/>
    </dgm:pt>
    <dgm:pt modelId="{3C4C1ACA-5CD5-411F-9B2D-FE3CF42F17AD}" type="pres">
      <dgm:prSet presAssocID="{7F57B3DC-DDA7-4E7A-B85A-8836754F3305}" presName="bigChev" presStyleLbl="node1" presStyleIdx="4" presStyleCnt="5"/>
      <dgm:spPr/>
    </dgm:pt>
    <dgm:pt modelId="{21E3ED89-9BC2-4E93-9293-2831825A01D9}" type="pres">
      <dgm:prSet presAssocID="{802EAF5A-B781-40F1-AAAB-78AE24565FC1}" presName="parTrans" presStyleCnt="0"/>
      <dgm:spPr/>
    </dgm:pt>
    <dgm:pt modelId="{F2157426-576C-41A1-BDF3-5D9F0ADFF6D8}" type="pres">
      <dgm:prSet presAssocID="{ED08ECD3-691B-4C83-98A6-82391E47DED8}" presName="node" presStyleLbl="alignAccFollowNode1" presStyleIdx="18" presStyleCnt="27">
        <dgm:presLayoutVars>
          <dgm:bulletEnabled val="1"/>
        </dgm:presLayoutVars>
      </dgm:prSet>
      <dgm:spPr/>
    </dgm:pt>
    <dgm:pt modelId="{D8E88F5B-EB1C-4350-9E34-D304CA2AC8EB}" type="pres">
      <dgm:prSet presAssocID="{4E6C9BD7-C430-4F1F-93CF-FBACAE1D8507}" presName="sibTrans" presStyleCnt="0"/>
      <dgm:spPr/>
    </dgm:pt>
    <dgm:pt modelId="{95E51920-9B53-4D84-8E70-B091CE0A246B}" type="pres">
      <dgm:prSet presAssocID="{7B0BA350-5163-4357-A7DD-0A55C77A9F82}" presName="node" presStyleLbl="alignAccFollowNode1" presStyleIdx="19" presStyleCnt="27">
        <dgm:presLayoutVars>
          <dgm:bulletEnabled val="1"/>
        </dgm:presLayoutVars>
      </dgm:prSet>
      <dgm:spPr/>
    </dgm:pt>
    <dgm:pt modelId="{BB44E314-DC7C-4C74-848B-23A42DD58434}" type="pres">
      <dgm:prSet presAssocID="{BA256273-63A2-4C6D-A9B3-3BE4D55B797B}" presName="sibTrans" presStyleCnt="0"/>
      <dgm:spPr/>
    </dgm:pt>
    <dgm:pt modelId="{8743D5B3-9442-44AA-8608-E5E7B129439B}" type="pres">
      <dgm:prSet presAssocID="{6FB06BF9-D014-4D7C-B932-27F5BF3BAEEF}" presName="node" presStyleLbl="alignAccFollowNode1" presStyleIdx="20" presStyleCnt="27">
        <dgm:presLayoutVars>
          <dgm:bulletEnabled val="1"/>
        </dgm:presLayoutVars>
      </dgm:prSet>
      <dgm:spPr/>
    </dgm:pt>
    <dgm:pt modelId="{1B4A7DBA-A98F-4E6E-8978-B1AB43CD9703}" type="pres">
      <dgm:prSet presAssocID="{BA66C9B4-D2AC-44BF-998A-91291670AB25}" presName="sibTrans" presStyleCnt="0"/>
      <dgm:spPr/>
    </dgm:pt>
    <dgm:pt modelId="{53310918-3705-4A7B-AF33-E7C4507F6F99}" type="pres">
      <dgm:prSet presAssocID="{B95EAE70-53E7-4E42-9C81-8078E89EFAA0}" presName="node" presStyleLbl="alignAccFollowNode1" presStyleIdx="21" presStyleCnt="27">
        <dgm:presLayoutVars>
          <dgm:bulletEnabled val="1"/>
        </dgm:presLayoutVars>
      </dgm:prSet>
      <dgm:spPr/>
    </dgm:pt>
    <dgm:pt modelId="{3313F799-F1D8-484F-8099-566C8D3CE8F5}" type="pres">
      <dgm:prSet presAssocID="{DBA8853E-AD83-478C-A035-2BEC62485672}" presName="sibTrans" presStyleCnt="0"/>
      <dgm:spPr/>
    </dgm:pt>
    <dgm:pt modelId="{7A038388-1937-46AC-A850-EA7BCD3E8514}" type="pres">
      <dgm:prSet presAssocID="{A6049910-2E7F-4DE9-A314-EC42B4EB89EF}" presName="node" presStyleLbl="alignAccFollowNode1" presStyleIdx="22" presStyleCnt="27">
        <dgm:presLayoutVars>
          <dgm:bulletEnabled val="1"/>
        </dgm:presLayoutVars>
      </dgm:prSet>
      <dgm:spPr/>
    </dgm:pt>
    <dgm:pt modelId="{ED01EA66-B954-4BC2-BD7F-4701E85AE5B4}" type="pres">
      <dgm:prSet presAssocID="{7585084C-EB90-492F-9774-5E563CF31FC5}" presName="sibTrans" presStyleCnt="0"/>
      <dgm:spPr/>
    </dgm:pt>
    <dgm:pt modelId="{E2060C11-3552-4FD2-9B93-76CEBA503157}" type="pres">
      <dgm:prSet presAssocID="{E59AA8EC-34EC-4A3F-8A7E-2E43BF1D6DAE}" presName="node" presStyleLbl="alignAccFollowNode1" presStyleIdx="23" presStyleCnt="27">
        <dgm:presLayoutVars>
          <dgm:bulletEnabled val="1"/>
        </dgm:presLayoutVars>
      </dgm:prSet>
      <dgm:spPr/>
    </dgm:pt>
    <dgm:pt modelId="{967FD27C-2977-466E-A0C4-93201C3D850A}" type="pres">
      <dgm:prSet presAssocID="{A26CF77E-DFE6-4F94-AA50-378586548157}" presName="sibTrans" presStyleCnt="0"/>
      <dgm:spPr/>
    </dgm:pt>
    <dgm:pt modelId="{68B680E9-319F-4A02-AFCE-F354B9C6AFE9}" type="pres">
      <dgm:prSet presAssocID="{BA2C86AB-5ED6-4C9D-A746-D4C157C99909}" presName="node" presStyleLbl="alignAccFollowNode1" presStyleIdx="24" presStyleCnt="27">
        <dgm:presLayoutVars>
          <dgm:bulletEnabled val="1"/>
        </dgm:presLayoutVars>
      </dgm:prSet>
      <dgm:spPr/>
    </dgm:pt>
    <dgm:pt modelId="{1737BE08-5D42-4740-82DD-A0A50FB31965}" type="pres">
      <dgm:prSet presAssocID="{6937A296-1BE2-4F59-A863-0AED06FDFEB0}" presName="sibTrans" presStyleCnt="0"/>
      <dgm:spPr/>
    </dgm:pt>
    <dgm:pt modelId="{259577ED-3F01-4ACC-95D7-8D5BC21023D1}" type="pres">
      <dgm:prSet presAssocID="{2B6EBE76-7D0A-4879-AB9B-D80D2604AE24}" presName="node" presStyleLbl="alignAccFollowNode1" presStyleIdx="25" presStyleCnt="27">
        <dgm:presLayoutVars>
          <dgm:bulletEnabled val="1"/>
        </dgm:presLayoutVars>
      </dgm:prSet>
      <dgm:spPr/>
    </dgm:pt>
    <dgm:pt modelId="{5A0F83B9-DABA-40A8-9F9D-9891485D7DCA}" type="pres">
      <dgm:prSet presAssocID="{DFD5E308-14EA-4893-BFD3-86995D14D3B0}" presName="sibTrans" presStyleCnt="0"/>
      <dgm:spPr/>
    </dgm:pt>
    <dgm:pt modelId="{AAAC5CC5-F978-41F0-9F11-B85D18489CCA}" type="pres">
      <dgm:prSet presAssocID="{37780EE1-1AD8-4E47-9F7C-D4E07107E78C}" presName="node" presStyleLbl="alignAccFollowNode1" presStyleIdx="26" presStyleCnt="27">
        <dgm:presLayoutVars>
          <dgm:bulletEnabled val="1"/>
        </dgm:presLayoutVars>
      </dgm:prSet>
      <dgm:spPr/>
    </dgm:pt>
  </dgm:ptLst>
  <dgm:cxnLst>
    <dgm:cxn modelId="{3D799B04-BFD1-4F43-997D-D5F8CF9AA09E}" type="presOf" srcId="{280184BC-7205-4551-8969-D453E9F1ACBA}" destId="{1E4015A9-8D1C-4387-9923-4C52E8743344}" srcOrd="0" destOrd="0" presId="urn:microsoft.com/office/officeart/2005/8/layout/lProcess3"/>
    <dgm:cxn modelId="{517D6008-A901-4B7E-8B67-4F704400EB87}" srcId="{7F57B3DC-DDA7-4E7A-B85A-8836754F3305}" destId="{37780EE1-1AD8-4E47-9F7C-D4E07107E78C}" srcOrd="8" destOrd="0" parTransId="{C51111D5-BCE7-4888-9950-484151500DD4}" sibTransId="{F2EF1782-0D80-4B21-A8E3-C0D236EBBA2A}"/>
    <dgm:cxn modelId="{4C3A0109-9CE6-46D0-A1A8-DEDAE26F15F2}" type="presOf" srcId="{89F60725-CE2C-4E91-BF40-C0003A86F7CD}" destId="{C69A67DF-BB13-4D40-BB61-588B231F6A20}" srcOrd="0" destOrd="0" presId="urn:microsoft.com/office/officeart/2005/8/layout/lProcess3"/>
    <dgm:cxn modelId="{D15D7409-6B4C-4353-9D26-53D298830EDB}" type="presOf" srcId="{152A03E1-4C07-424D-9F54-17B70A9FDCA0}" destId="{BD1E27AD-2505-4828-B6CD-AD79109BD9BE}" srcOrd="0" destOrd="0" presId="urn:microsoft.com/office/officeart/2005/8/layout/lProcess3"/>
    <dgm:cxn modelId="{EF8B4F0B-16FA-41BD-8EBA-FB2EE53C2713}" type="presOf" srcId="{693771A2-F568-40C3-8ECF-915B5C96F9AF}" destId="{21C4A0AC-6A06-49FD-A0B2-83823D24FE3A}" srcOrd="0" destOrd="0" presId="urn:microsoft.com/office/officeart/2005/8/layout/lProcess3"/>
    <dgm:cxn modelId="{DB8EE20D-A7A1-42D8-A624-111675E05BBF}" type="presOf" srcId="{4111E686-E8C9-462A-B20D-AAF8D6ACE8C3}" destId="{9DAD6CA6-E009-4FE0-9EA9-E8BC0F37BF71}" srcOrd="0" destOrd="0" presId="urn:microsoft.com/office/officeart/2005/8/layout/lProcess3"/>
    <dgm:cxn modelId="{2F434110-DA8B-4A52-9114-9EC6835D6BA5}" srcId="{AC583493-168E-4155-97BA-D942640096EE}" destId="{280184BC-7205-4551-8969-D453E9F1ACBA}" srcOrd="5" destOrd="0" parTransId="{F44E409F-D6CF-406A-B0A3-27A2A3993615}" sibTransId="{51CCE671-E98F-4F50-A519-8B1AA33ECED9}"/>
    <dgm:cxn modelId="{312B321D-A901-4987-85CC-18BD3BC73BAB}" type="presOf" srcId="{ED08ECD3-691B-4C83-98A6-82391E47DED8}" destId="{F2157426-576C-41A1-BDF3-5D9F0ADFF6D8}" srcOrd="0" destOrd="0" presId="urn:microsoft.com/office/officeart/2005/8/layout/lProcess3"/>
    <dgm:cxn modelId="{58B3E31D-5108-4068-8429-362A4E8B7B19}" srcId="{8B29E5A1-E026-4996-A69D-60A4F4CF4D56}" destId="{89F60725-CE2C-4E91-BF40-C0003A86F7CD}" srcOrd="5" destOrd="0" parTransId="{6F9F0350-3D6F-4542-A6BA-EC9B9B2412D7}" sibTransId="{E239381B-4898-4D4A-8E67-3A67DBB7BA87}"/>
    <dgm:cxn modelId="{B7533D20-8DF3-4B53-93D0-A58D2EB473CF}" type="presOf" srcId="{2B6EBE76-7D0A-4879-AB9B-D80D2604AE24}" destId="{259577ED-3F01-4ACC-95D7-8D5BC21023D1}" srcOrd="0" destOrd="0" presId="urn:microsoft.com/office/officeart/2005/8/layout/lProcess3"/>
    <dgm:cxn modelId="{6DD63628-381E-47B9-BE67-33847A4F943B}" srcId="{8B29E5A1-E026-4996-A69D-60A4F4CF4D56}" destId="{28999E96-986C-4375-A133-EF8A83320E22}" srcOrd="8" destOrd="0" parTransId="{14927609-5FB7-46FA-A31C-73DC0CA16E61}" sibTransId="{F33DC2E0-EF27-48FE-96C2-39B2D421926A}"/>
    <dgm:cxn modelId="{CF85D12F-8EA6-4E00-B748-B8C1FD1C5E61}" type="presOf" srcId="{30558C1E-120B-419B-B745-5A25655733B1}" destId="{4C454A04-4FEE-4DB2-BF6E-AB5D7B452027}" srcOrd="0" destOrd="0" presId="urn:microsoft.com/office/officeart/2005/8/layout/lProcess3"/>
    <dgm:cxn modelId="{FE986431-606F-45D7-943B-CE55A902F22E}" srcId="{AC583493-168E-4155-97BA-D942640096EE}" destId="{30558C1E-120B-419B-B745-5A25655733B1}" srcOrd="7" destOrd="0" parTransId="{5EC94CE1-EA66-477C-90D1-6EF8960C881B}" sibTransId="{19207019-E95E-4CC9-A71D-08F9B645CC30}"/>
    <dgm:cxn modelId="{87175034-FBFD-4569-A332-32E0500F2E33}" srcId="{1FDEC258-BC1F-4958-87A7-02A50EE69C4C}" destId="{8B29E5A1-E026-4996-A69D-60A4F4CF4D56}" srcOrd="0" destOrd="0" parTransId="{5BB95B5F-2828-4241-ADC3-98F87A141B23}" sibTransId="{7F752946-97E5-42EB-926F-43573E581EB0}"/>
    <dgm:cxn modelId="{20333235-DB95-4B2D-AD5D-9FF9E29FACA8}" srcId="{8B29E5A1-E026-4996-A69D-60A4F4CF4D56}" destId="{4F05F3A4-8810-4B6C-89D0-6B569EB8F35C}" srcOrd="2" destOrd="0" parTransId="{1F206578-8627-46A1-AF49-20E4E7CD9F55}" sibTransId="{C6CC8010-77D2-4072-80DB-EA3F0E91DA15}"/>
    <dgm:cxn modelId="{E07C7A41-B570-46AC-BD7F-9ABEE1A7D394}" type="presOf" srcId="{8A51BE48-96CF-4DE4-B1F6-40CB84F7A3AF}" destId="{BB048008-E446-48C8-A9DA-1E2B6F4D62F8}" srcOrd="0" destOrd="0" presId="urn:microsoft.com/office/officeart/2005/8/layout/lProcess3"/>
    <dgm:cxn modelId="{09A62042-72ED-4AA3-BE29-EBCC625D4622}" srcId="{1FDEC258-BC1F-4958-87A7-02A50EE69C4C}" destId="{AC583493-168E-4155-97BA-D942640096EE}" srcOrd="2" destOrd="0" parTransId="{7107815C-89EF-4A79-B0D2-2FF79A5C075B}" sibTransId="{3D101C23-9194-49CB-A60E-8C3E1AF94A12}"/>
    <dgm:cxn modelId="{A913DA44-E268-4EEE-BE76-885DF0ECF495}" srcId="{7F57B3DC-DDA7-4E7A-B85A-8836754F3305}" destId="{2B6EBE76-7D0A-4879-AB9B-D80D2604AE24}" srcOrd="7" destOrd="0" parTransId="{32D40D4C-3FB0-43F8-9510-9BCB45AA33B4}" sibTransId="{DFD5E308-14EA-4893-BFD3-86995D14D3B0}"/>
    <dgm:cxn modelId="{CD0E0765-B10D-4BAD-AAF2-8DF96DC35DD5}" type="presOf" srcId="{7B0BA350-5163-4357-A7DD-0A55C77A9F82}" destId="{95E51920-9B53-4D84-8E70-B091CE0A246B}" srcOrd="0" destOrd="0" presId="urn:microsoft.com/office/officeart/2005/8/layout/lProcess3"/>
    <dgm:cxn modelId="{79E4E865-492A-4549-A683-8346E398B443}" srcId="{7F57B3DC-DDA7-4E7A-B85A-8836754F3305}" destId="{E59AA8EC-34EC-4A3F-8A7E-2E43BF1D6DAE}" srcOrd="5" destOrd="0" parTransId="{8C6D9298-2AA2-491D-8674-0366F4501BAC}" sibTransId="{A26CF77E-DFE6-4F94-AA50-378586548157}"/>
    <dgm:cxn modelId="{B1456669-E33C-4AF4-BC4B-33BBF5DD99AA}" srcId="{AC583493-168E-4155-97BA-D942640096EE}" destId="{C4307F0C-A17D-47EB-9E12-F998341E4729}" srcOrd="4" destOrd="0" parTransId="{DBBEE5E2-F7E4-4D71-8952-754B79AAF186}" sibTransId="{DFACBFF3-7283-4DCB-AFFD-9F18D52D02EA}"/>
    <dgm:cxn modelId="{EFA8F66A-8203-4F5A-952E-0052D209A300}" type="presOf" srcId="{7F57B3DC-DDA7-4E7A-B85A-8836754F3305}" destId="{3C4C1ACA-5CD5-411F-9B2D-FE3CF42F17AD}" srcOrd="0" destOrd="0" presId="urn:microsoft.com/office/officeart/2005/8/layout/lProcess3"/>
    <dgm:cxn modelId="{9443A26B-DBF1-4AF4-AE59-59E5D67499EF}" type="presOf" srcId="{0F5C8C4E-C93F-43A1-9011-104F443D689C}" destId="{168CE0EC-544B-4C5B-B69E-778F343297EF}" srcOrd="0" destOrd="0" presId="urn:microsoft.com/office/officeart/2005/8/layout/lProcess3"/>
    <dgm:cxn modelId="{20DBCB6B-88EC-4A3C-94FA-519CE5802136}" srcId="{8B29E5A1-E026-4996-A69D-60A4F4CF4D56}" destId="{4A0F125F-40EB-46DC-9679-4D689C1ADA42}" srcOrd="4" destOrd="0" parTransId="{29F0BFDA-A89A-44BE-9309-2DAE66905BDF}" sibTransId="{B338CDDF-D3C6-4FBB-A825-E083734B8C5C}"/>
    <dgm:cxn modelId="{5DD14070-8FE1-4C22-8EF3-AD4FD4D56B90}" type="presOf" srcId="{1FDEC258-BC1F-4958-87A7-02A50EE69C4C}" destId="{193FEFE1-A696-4068-A3BC-3B012FF74766}" srcOrd="0" destOrd="0" presId="urn:microsoft.com/office/officeart/2005/8/layout/lProcess3"/>
    <dgm:cxn modelId="{7FF40972-1EAC-4D88-A321-9BDD78881E6E}" type="presOf" srcId="{BA2C86AB-5ED6-4C9D-A746-D4C157C99909}" destId="{68B680E9-319F-4A02-AFCE-F354B9C6AFE9}" srcOrd="0" destOrd="0" presId="urn:microsoft.com/office/officeart/2005/8/layout/lProcess3"/>
    <dgm:cxn modelId="{43BAE776-4B63-47AB-9523-26BD4FA948D3}" srcId="{7F57B3DC-DDA7-4E7A-B85A-8836754F3305}" destId="{A6049910-2E7F-4DE9-A314-EC42B4EB89EF}" srcOrd="4" destOrd="0" parTransId="{3A888476-259E-4D88-90EB-C5C57BFC4FEF}" sibTransId="{7585084C-EB90-492F-9774-5E563CF31FC5}"/>
    <dgm:cxn modelId="{91A2D059-CF7C-4BAA-ABC8-891531E74802}" type="presOf" srcId="{37780EE1-1AD8-4E47-9F7C-D4E07107E78C}" destId="{AAAC5CC5-F978-41F0-9F11-B85D18489CCA}" srcOrd="0" destOrd="0" presId="urn:microsoft.com/office/officeart/2005/8/layout/lProcess3"/>
    <dgm:cxn modelId="{FF3F475A-D6E3-44A0-93A4-4EBCF808A73D}" srcId="{AC583493-168E-4155-97BA-D942640096EE}" destId="{26CEBC07-7243-47D5-B4F7-D5C3CE484B26}" srcOrd="8" destOrd="0" parTransId="{0690192E-A20C-48B0-9906-83BFFB99B9A0}" sibTransId="{0CC39FD9-789F-45C1-868F-98D665E9212B}"/>
    <dgm:cxn modelId="{A777347D-114A-4324-BD76-84CA0398DB9A}" type="presOf" srcId="{6FB06BF9-D014-4D7C-B932-27F5BF3BAEEF}" destId="{8743D5B3-9442-44AA-8608-E5E7B129439B}" srcOrd="0" destOrd="0" presId="urn:microsoft.com/office/officeart/2005/8/layout/lProcess3"/>
    <dgm:cxn modelId="{52F5477E-D128-409A-8E8C-5C2EFCE25188}" srcId="{8B29E5A1-E026-4996-A69D-60A4F4CF4D56}" destId="{4111E686-E8C9-462A-B20D-AAF8D6ACE8C3}" srcOrd="7" destOrd="0" parTransId="{F6678C4E-1207-490C-B384-AA8B790DEFB8}" sibTransId="{4CCB5EB2-13DD-4AA7-88B6-0905273AACA5}"/>
    <dgm:cxn modelId="{CADA4F80-57D7-4F20-8A76-BFC3D03DCDCB}" srcId="{7F57B3DC-DDA7-4E7A-B85A-8836754F3305}" destId="{B95EAE70-53E7-4E42-9C81-8078E89EFAA0}" srcOrd="3" destOrd="0" parTransId="{32FDEA8E-3212-4CBC-825F-D690EA6FB238}" sibTransId="{DBA8853E-AD83-478C-A035-2BEC62485672}"/>
    <dgm:cxn modelId="{91275680-3044-461E-8830-6516648D38F7}" srcId="{7F57B3DC-DDA7-4E7A-B85A-8836754F3305}" destId="{7B0BA350-5163-4357-A7DD-0A55C77A9F82}" srcOrd="1" destOrd="0" parTransId="{2112248B-0CF9-443A-BB47-0DB479CD03A4}" sibTransId="{BA256273-63A2-4C6D-A9B3-3BE4D55B797B}"/>
    <dgm:cxn modelId="{B0B81D82-8DC0-4599-8FA1-A6B188F2A4D4}" type="presOf" srcId="{28999E96-986C-4375-A133-EF8A83320E22}" destId="{2410AE7B-0AEE-476A-AFE0-3F3DC942F3A3}" srcOrd="0" destOrd="0" presId="urn:microsoft.com/office/officeart/2005/8/layout/lProcess3"/>
    <dgm:cxn modelId="{EA92E686-BFCE-4D15-9CC8-FA8A2D283AB8}" type="presOf" srcId="{A6049910-2E7F-4DE9-A314-EC42B4EB89EF}" destId="{7A038388-1937-46AC-A850-EA7BCD3E8514}" srcOrd="0" destOrd="0" presId="urn:microsoft.com/office/officeart/2005/8/layout/lProcess3"/>
    <dgm:cxn modelId="{EDC9D589-7D10-4021-8ED3-D2EB2DBF7CA2}" srcId="{8B29E5A1-E026-4996-A69D-60A4F4CF4D56}" destId="{8A51BE48-96CF-4DE4-B1F6-40CB84F7A3AF}" srcOrd="3" destOrd="0" parTransId="{DAADA634-615A-4251-A1FA-D3FCAD669992}" sibTransId="{BA8C2593-A07E-4F4A-9A56-1CC8F25789E2}"/>
    <dgm:cxn modelId="{6937E78B-69DA-4C55-8515-7E89A4A1F426}" srcId="{7F57B3DC-DDA7-4E7A-B85A-8836754F3305}" destId="{6FB06BF9-D014-4D7C-B932-27F5BF3BAEEF}" srcOrd="2" destOrd="0" parTransId="{E0CF9AF9-4240-42DF-9113-6E560E9130B8}" sibTransId="{BA66C9B4-D2AC-44BF-998A-91291670AB25}"/>
    <dgm:cxn modelId="{62EB9A94-BD5D-4898-846A-2D89311BC842}" type="presOf" srcId="{AC583493-168E-4155-97BA-D942640096EE}" destId="{A3DEA4A3-74FF-4BC9-BCD0-B56DBE8674DE}" srcOrd="0" destOrd="0" presId="urn:microsoft.com/office/officeart/2005/8/layout/lProcess3"/>
    <dgm:cxn modelId="{99BBE196-0ED5-4577-A90D-ECC67C86E3F4}" type="presOf" srcId="{8B29E5A1-E026-4996-A69D-60A4F4CF4D56}" destId="{8E7F26BC-09B6-4096-84DC-5C93F7E9BD96}" srcOrd="0" destOrd="0" presId="urn:microsoft.com/office/officeart/2005/8/layout/lProcess3"/>
    <dgm:cxn modelId="{1977EF98-DA3C-40B1-ABFE-909D4734CA75}" type="presOf" srcId="{4A0F125F-40EB-46DC-9679-4D689C1ADA42}" destId="{64A61E5A-602A-451D-B43E-D1DD5AE2B131}" srcOrd="0" destOrd="0" presId="urn:microsoft.com/office/officeart/2005/8/layout/lProcess3"/>
    <dgm:cxn modelId="{5D18E199-C36E-470C-BAA5-CFE4B815E069}" type="presOf" srcId="{07FFDE46-7DC8-45A6-9917-1633DE9E927C}" destId="{BCA845DA-6CD5-4F65-9C99-4D0723C809CC}" srcOrd="0" destOrd="0" presId="urn:microsoft.com/office/officeart/2005/8/layout/lProcess3"/>
    <dgm:cxn modelId="{FBC7F9A2-5700-4BA9-BFF0-04F325AB68C0}" type="presOf" srcId="{C4307F0C-A17D-47EB-9E12-F998341E4729}" destId="{B035D5D5-9614-423C-A235-ACD9DFDC44D7}" srcOrd="0" destOrd="0" presId="urn:microsoft.com/office/officeart/2005/8/layout/lProcess3"/>
    <dgm:cxn modelId="{46A329A4-DE6A-4CC9-B2AA-F2A71503A15D}" type="presOf" srcId="{2032B279-26B1-4869-9167-6DF3F70C22B9}" destId="{346FB1F5-B771-4540-B590-443F393962A6}" srcOrd="0" destOrd="0" presId="urn:microsoft.com/office/officeart/2005/8/layout/lProcess3"/>
    <dgm:cxn modelId="{F32DE3AF-70DD-43AE-B352-AC0CDAF3735D}" type="presOf" srcId="{E59AA8EC-34EC-4A3F-8A7E-2E43BF1D6DAE}" destId="{E2060C11-3552-4FD2-9B93-76CEBA503157}" srcOrd="0" destOrd="0" presId="urn:microsoft.com/office/officeart/2005/8/layout/lProcess3"/>
    <dgm:cxn modelId="{82A478B3-7B67-4534-BB4C-6CB6C3042056}" srcId="{AC583493-168E-4155-97BA-D942640096EE}" destId="{20A20686-8D3E-4CFC-AD07-39B90FA991F9}" srcOrd="0" destOrd="0" parTransId="{AC99849A-D193-4D2C-B10B-CB0D1CC516D2}" sibTransId="{65F081D7-1C38-4095-A99D-95D4D883BF8A}"/>
    <dgm:cxn modelId="{B6CAA2B4-BB98-40EC-819B-A977BF18A394}" srcId="{AC583493-168E-4155-97BA-D942640096EE}" destId="{10190135-C584-4A27-AFEE-FE1F44282671}" srcOrd="3" destOrd="0" parTransId="{84350602-6DFD-4FF3-821A-D19FC8B1560D}" sibTransId="{1EB87184-2A7B-4135-94E6-38A0CB32F7A9}"/>
    <dgm:cxn modelId="{C7A45CB6-53FF-454F-BE04-3B52C4338222}" type="presOf" srcId="{5845798C-F3ED-4DCF-8FE2-8AAC6AA7CA7B}" destId="{BA5D76E5-745B-4CB2-B29F-A494FEADE284}" srcOrd="0" destOrd="0" presId="urn:microsoft.com/office/officeart/2005/8/layout/lProcess3"/>
    <dgm:cxn modelId="{D1EE3AB9-EAEB-4B1E-B829-A0E29B84234B}" type="presOf" srcId="{26CEBC07-7243-47D5-B4F7-D5C3CE484B26}" destId="{D2869BB3-DA80-48C5-89E4-92701D5EE938}" srcOrd="0" destOrd="0" presId="urn:microsoft.com/office/officeart/2005/8/layout/lProcess3"/>
    <dgm:cxn modelId="{BF321ABC-A6B8-4614-9F28-4C7E27BE1867}" srcId="{1FDEC258-BC1F-4958-87A7-02A50EE69C4C}" destId="{5845798C-F3ED-4DCF-8FE2-8AAC6AA7CA7B}" srcOrd="3" destOrd="0" parTransId="{492EBCA0-F48A-4F25-90BC-7C56E9546353}" sibTransId="{03635511-4BC1-45B3-8CEA-46EE5426C64E}"/>
    <dgm:cxn modelId="{972FE6CB-ECCB-41CB-A701-849D5091BFCF}" type="presOf" srcId="{10190135-C584-4A27-AFEE-FE1F44282671}" destId="{87D403FE-3999-416B-91E8-00DF799DC28A}" srcOrd="0" destOrd="0" presId="urn:microsoft.com/office/officeart/2005/8/layout/lProcess3"/>
    <dgm:cxn modelId="{AD5F2FCC-AFD4-40DC-B0A7-EC06AAA789DF}" type="presOf" srcId="{B95EAE70-53E7-4E42-9C81-8078E89EFAA0}" destId="{53310918-3705-4A7B-AF33-E7C4507F6F99}" srcOrd="0" destOrd="0" presId="urn:microsoft.com/office/officeart/2005/8/layout/lProcess3"/>
    <dgm:cxn modelId="{D50290D1-5B0A-4D92-ADE0-09802A828C69}" type="presOf" srcId="{20A20686-8D3E-4CFC-AD07-39B90FA991F9}" destId="{8B80E22C-0F2F-4061-832B-1D19C9C23333}" srcOrd="0" destOrd="0" presId="urn:microsoft.com/office/officeart/2005/8/layout/lProcess3"/>
    <dgm:cxn modelId="{F3865AD2-9461-4511-BF9B-8496F5000B0F}" type="presOf" srcId="{16DC7F94-CAB4-4A5D-9EE4-2F08F3C70B78}" destId="{EDE69B16-1538-46A8-ABC8-701AD05EC2B5}" srcOrd="0" destOrd="0" presId="urn:microsoft.com/office/officeart/2005/8/layout/lProcess3"/>
    <dgm:cxn modelId="{D067E9D2-7DD3-401F-A507-0C3E94DDDC1C}" srcId="{7F57B3DC-DDA7-4E7A-B85A-8836754F3305}" destId="{ED08ECD3-691B-4C83-98A6-82391E47DED8}" srcOrd="0" destOrd="0" parTransId="{802EAF5A-B781-40F1-AAAB-78AE24565FC1}" sibTransId="{4E6C9BD7-C430-4F1F-93CF-FBACAE1D8507}"/>
    <dgm:cxn modelId="{2AD698D6-B06A-4A7C-AFED-6487178D61F3}" srcId="{8B29E5A1-E026-4996-A69D-60A4F4CF4D56}" destId="{72976ABE-8278-4FF0-A6D3-7521EA1DAD6E}" srcOrd="1" destOrd="0" parTransId="{C06787F2-3A6A-49DC-A0B7-DCF69CFF618E}" sibTransId="{1D24F93F-E67F-4AA5-8265-5083C502CC8E}"/>
    <dgm:cxn modelId="{71AAD5DB-A9BB-4739-AFCF-4CA380AD4E4D}" srcId="{AC583493-168E-4155-97BA-D942640096EE}" destId="{2032B279-26B1-4869-9167-6DF3F70C22B9}" srcOrd="2" destOrd="0" parTransId="{B0F8B5D5-D039-405B-90CC-35CA5FDDCCC6}" sibTransId="{524AB2FB-ECA2-4351-8FE2-81A08EE280EC}"/>
    <dgm:cxn modelId="{CC889ADF-9D4F-41A2-BCF1-492A75ACAE34}" type="presOf" srcId="{72976ABE-8278-4FF0-A6D3-7521EA1DAD6E}" destId="{D144F525-4E65-420D-917B-325CE37FEA10}" srcOrd="0" destOrd="0" presId="urn:microsoft.com/office/officeart/2005/8/layout/lProcess3"/>
    <dgm:cxn modelId="{9D9902E5-A041-4F2A-80FD-4529BE7DAA6F}" srcId="{1FDEC258-BC1F-4958-87A7-02A50EE69C4C}" destId="{7F57B3DC-DDA7-4E7A-B85A-8836754F3305}" srcOrd="4" destOrd="0" parTransId="{C77597BD-1947-4F74-A682-A55FFB594A25}" sibTransId="{8BE1A3FC-83C5-4C54-A054-8BE4A30D20E7}"/>
    <dgm:cxn modelId="{72E19FE5-D8E1-46EB-8BFA-8D17DB3B9783}" srcId="{AC583493-168E-4155-97BA-D942640096EE}" destId="{07FFDE46-7DC8-45A6-9917-1633DE9E927C}" srcOrd="6" destOrd="0" parTransId="{DDAC87D8-5C69-4666-8752-AE793A8433AB}" sibTransId="{2F02BD42-3933-4A10-862E-8F18A9570D14}"/>
    <dgm:cxn modelId="{0BBFB3E5-ECC0-4DC2-BE30-71F87BF3D1C2}" srcId="{1FDEC258-BC1F-4958-87A7-02A50EE69C4C}" destId="{16DC7F94-CAB4-4A5D-9EE4-2F08F3C70B78}" srcOrd="1" destOrd="0" parTransId="{2F30118B-13ED-46E5-90E9-CB50F783DACF}" sibTransId="{FFB7302F-6D8B-4A61-8237-7937B56F7EDA}"/>
    <dgm:cxn modelId="{D069DBEB-F67B-4356-8AB9-B40B1E0C837D}" srcId="{8B29E5A1-E026-4996-A69D-60A4F4CF4D56}" destId="{693771A2-F568-40C3-8ECF-915B5C96F9AF}" srcOrd="6" destOrd="0" parTransId="{79C508BB-F6CF-4864-AA45-3C6FD9AAEC4D}" sibTransId="{2452AF3B-E150-4328-9331-E0001D6B6614}"/>
    <dgm:cxn modelId="{F87490EF-D5EB-47DD-AA00-DAA21B487F67}" srcId="{AC583493-168E-4155-97BA-D942640096EE}" destId="{152A03E1-4C07-424D-9F54-17B70A9FDCA0}" srcOrd="1" destOrd="0" parTransId="{DD7D7D16-FE8B-43B2-9887-D8571CD6F238}" sibTransId="{87512F6E-32B5-4217-B2F2-1DFEE3F35D0D}"/>
    <dgm:cxn modelId="{FB4B74F2-1F5D-4B31-B70A-24FB157DEFF0}" srcId="{8B29E5A1-E026-4996-A69D-60A4F4CF4D56}" destId="{0F5C8C4E-C93F-43A1-9011-104F443D689C}" srcOrd="0" destOrd="0" parTransId="{CBCDA1BD-838D-4DA2-87B1-C114D3832A88}" sibTransId="{A1FB3925-72FA-48C4-888D-4354FC0C828C}"/>
    <dgm:cxn modelId="{2B288EF5-27ED-4775-B3FB-35E26FA54BB7}" type="presOf" srcId="{4F05F3A4-8810-4B6C-89D0-6B569EB8F35C}" destId="{806B1C47-1175-4FD3-80BA-43DA43DF3A00}" srcOrd="0" destOrd="0" presId="urn:microsoft.com/office/officeart/2005/8/layout/lProcess3"/>
    <dgm:cxn modelId="{B19744FA-30C8-4893-9168-7E2977B3DA2C}" srcId="{7F57B3DC-DDA7-4E7A-B85A-8836754F3305}" destId="{BA2C86AB-5ED6-4C9D-A746-D4C157C99909}" srcOrd="6" destOrd="0" parTransId="{9A29A8DF-EBC0-4C5A-BD41-CB3FDDBB5FA1}" sibTransId="{6937A296-1BE2-4F59-A863-0AED06FDFEB0}"/>
    <dgm:cxn modelId="{61AD3301-8A03-48E8-89AB-7850BEDE5D98}" type="presParOf" srcId="{193FEFE1-A696-4068-A3BC-3B012FF74766}" destId="{64A1F058-183C-4526-BA77-0D134322CD1C}" srcOrd="0" destOrd="0" presId="urn:microsoft.com/office/officeart/2005/8/layout/lProcess3"/>
    <dgm:cxn modelId="{5F199213-D397-4BD9-BF08-E8C21485D3B0}" type="presParOf" srcId="{64A1F058-183C-4526-BA77-0D134322CD1C}" destId="{8E7F26BC-09B6-4096-84DC-5C93F7E9BD96}" srcOrd="0" destOrd="0" presId="urn:microsoft.com/office/officeart/2005/8/layout/lProcess3"/>
    <dgm:cxn modelId="{C5802F4E-A73D-476C-B2EF-395002F11727}" type="presParOf" srcId="{64A1F058-183C-4526-BA77-0D134322CD1C}" destId="{FA0FC58F-8A37-41E2-A7E4-91BAA793C786}" srcOrd="1" destOrd="0" presId="urn:microsoft.com/office/officeart/2005/8/layout/lProcess3"/>
    <dgm:cxn modelId="{D19E425F-B9C7-4F01-B12F-59C15B863651}" type="presParOf" srcId="{64A1F058-183C-4526-BA77-0D134322CD1C}" destId="{168CE0EC-544B-4C5B-B69E-778F343297EF}" srcOrd="2" destOrd="0" presId="urn:microsoft.com/office/officeart/2005/8/layout/lProcess3"/>
    <dgm:cxn modelId="{2955966F-65F2-4BC9-9488-AAA9BBA7091A}" type="presParOf" srcId="{64A1F058-183C-4526-BA77-0D134322CD1C}" destId="{36F716D9-0958-4AED-B953-3C0D1190B783}" srcOrd="3" destOrd="0" presId="urn:microsoft.com/office/officeart/2005/8/layout/lProcess3"/>
    <dgm:cxn modelId="{8CBD57F8-70B7-4676-9480-3C4714049676}" type="presParOf" srcId="{64A1F058-183C-4526-BA77-0D134322CD1C}" destId="{D144F525-4E65-420D-917B-325CE37FEA10}" srcOrd="4" destOrd="0" presId="urn:microsoft.com/office/officeart/2005/8/layout/lProcess3"/>
    <dgm:cxn modelId="{15D591A2-56AE-45E0-AEE4-E659C7DD8A82}" type="presParOf" srcId="{64A1F058-183C-4526-BA77-0D134322CD1C}" destId="{FE1CD72C-3681-4B40-BCA5-BDEB6B8201FC}" srcOrd="5" destOrd="0" presId="urn:microsoft.com/office/officeart/2005/8/layout/lProcess3"/>
    <dgm:cxn modelId="{3E91E581-15C7-45EA-9CC9-DE1349C797C2}" type="presParOf" srcId="{64A1F058-183C-4526-BA77-0D134322CD1C}" destId="{806B1C47-1175-4FD3-80BA-43DA43DF3A00}" srcOrd="6" destOrd="0" presId="urn:microsoft.com/office/officeart/2005/8/layout/lProcess3"/>
    <dgm:cxn modelId="{C58A882A-FE7A-48F8-A76F-35F61CEC29C4}" type="presParOf" srcId="{64A1F058-183C-4526-BA77-0D134322CD1C}" destId="{5653ACA8-ECF2-4D76-A9DA-5115001E8F19}" srcOrd="7" destOrd="0" presId="urn:microsoft.com/office/officeart/2005/8/layout/lProcess3"/>
    <dgm:cxn modelId="{94AE8B21-C3E3-4FEE-B27F-9570BC75B407}" type="presParOf" srcId="{64A1F058-183C-4526-BA77-0D134322CD1C}" destId="{BB048008-E446-48C8-A9DA-1E2B6F4D62F8}" srcOrd="8" destOrd="0" presId="urn:microsoft.com/office/officeart/2005/8/layout/lProcess3"/>
    <dgm:cxn modelId="{09637550-9C37-413F-8CA6-DC5711EAA4E8}" type="presParOf" srcId="{64A1F058-183C-4526-BA77-0D134322CD1C}" destId="{D8F1DAA1-2A36-4202-B007-02816D84300B}" srcOrd="9" destOrd="0" presId="urn:microsoft.com/office/officeart/2005/8/layout/lProcess3"/>
    <dgm:cxn modelId="{7EF5220C-468C-4E13-B1FC-0006FBA52945}" type="presParOf" srcId="{64A1F058-183C-4526-BA77-0D134322CD1C}" destId="{64A61E5A-602A-451D-B43E-D1DD5AE2B131}" srcOrd="10" destOrd="0" presId="urn:microsoft.com/office/officeart/2005/8/layout/lProcess3"/>
    <dgm:cxn modelId="{E370A4AC-00BE-4ACD-9ABE-3F4BF2475BF1}" type="presParOf" srcId="{64A1F058-183C-4526-BA77-0D134322CD1C}" destId="{6A416539-B6AA-4B78-9FB4-6406C0D0D76F}" srcOrd="11" destOrd="0" presId="urn:microsoft.com/office/officeart/2005/8/layout/lProcess3"/>
    <dgm:cxn modelId="{8881535D-1787-4FD7-897F-B1FC41F13435}" type="presParOf" srcId="{64A1F058-183C-4526-BA77-0D134322CD1C}" destId="{C69A67DF-BB13-4D40-BB61-588B231F6A20}" srcOrd="12" destOrd="0" presId="urn:microsoft.com/office/officeart/2005/8/layout/lProcess3"/>
    <dgm:cxn modelId="{4F134E92-DDD7-4013-8E60-FD4A3AE97278}" type="presParOf" srcId="{64A1F058-183C-4526-BA77-0D134322CD1C}" destId="{175180D3-E0D2-4B2D-AA91-914CE1FCA89C}" srcOrd="13" destOrd="0" presId="urn:microsoft.com/office/officeart/2005/8/layout/lProcess3"/>
    <dgm:cxn modelId="{C8C305E8-7426-437C-94BC-32C7544F1C8B}" type="presParOf" srcId="{64A1F058-183C-4526-BA77-0D134322CD1C}" destId="{21C4A0AC-6A06-49FD-A0B2-83823D24FE3A}" srcOrd="14" destOrd="0" presId="urn:microsoft.com/office/officeart/2005/8/layout/lProcess3"/>
    <dgm:cxn modelId="{86982A02-7CB4-4D3B-B5A5-88E63D29A889}" type="presParOf" srcId="{64A1F058-183C-4526-BA77-0D134322CD1C}" destId="{9827EFB6-9951-415A-9904-15248CDF8045}" srcOrd="15" destOrd="0" presId="urn:microsoft.com/office/officeart/2005/8/layout/lProcess3"/>
    <dgm:cxn modelId="{8677863B-1876-43BE-B911-C24026191D7B}" type="presParOf" srcId="{64A1F058-183C-4526-BA77-0D134322CD1C}" destId="{9DAD6CA6-E009-4FE0-9EA9-E8BC0F37BF71}" srcOrd="16" destOrd="0" presId="urn:microsoft.com/office/officeart/2005/8/layout/lProcess3"/>
    <dgm:cxn modelId="{60B5AC75-151F-474E-82E8-458A8F41D0A2}" type="presParOf" srcId="{64A1F058-183C-4526-BA77-0D134322CD1C}" destId="{70DB6480-69A4-46E1-ACB4-B9434E3143C1}" srcOrd="17" destOrd="0" presId="urn:microsoft.com/office/officeart/2005/8/layout/lProcess3"/>
    <dgm:cxn modelId="{C9747EA8-1F76-4D0B-B768-CDB1BE80CA82}" type="presParOf" srcId="{64A1F058-183C-4526-BA77-0D134322CD1C}" destId="{2410AE7B-0AEE-476A-AFE0-3F3DC942F3A3}" srcOrd="18" destOrd="0" presId="urn:microsoft.com/office/officeart/2005/8/layout/lProcess3"/>
    <dgm:cxn modelId="{7022C1DD-C9B9-4317-9526-C5ADFE9BB168}" type="presParOf" srcId="{193FEFE1-A696-4068-A3BC-3B012FF74766}" destId="{C5492B60-88FE-4EA6-86F8-7C10121EC729}" srcOrd="1" destOrd="0" presId="urn:microsoft.com/office/officeart/2005/8/layout/lProcess3"/>
    <dgm:cxn modelId="{C5676594-8393-452D-8AC1-32859AA62CDC}" type="presParOf" srcId="{193FEFE1-A696-4068-A3BC-3B012FF74766}" destId="{B089C354-A902-4E80-8CE8-9E02CBBD551D}" srcOrd="2" destOrd="0" presId="urn:microsoft.com/office/officeart/2005/8/layout/lProcess3"/>
    <dgm:cxn modelId="{5BC954B3-8591-4454-9B46-D6EEE5B6FF3B}" type="presParOf" srcId="{B089C354-A902-4E80-8CE8-9E02CBBD551D}" destId="{EDE69B16-1538-46A8-ABC8-701AD05EC2B5}" srcOrd="0" destOrd="0" presId="urn:microsoft.com/office/officeart/2005/8/layout/lProcess3"/>
    <dgm:cxn modelId="{1C55AF22-80B1-4578-ABC1-B23F8096EE7F}" type="presParOf" srcId="{193FEFE1-A696-4068-A3BC-3B012FF74766}" destId="{4CFA5B75-05B7-4E28-BA5D-4FE68974F5CB}" srcOrd="3" destOrd="0" presId="urn:microsoft.com/office/officeart/2005/8/layout/lProcess3"/>
    <dgm:cxn modelId="{B29C5A94-FF1A-48C4-90DE-1608FF15D87F}" type="presParOf" srcId="{193FEFE1-A696-4068-A3BC-3B012FF74766}" destId="{B5E5221B-8728-471A-BB60-E9DF98DFA2DB}" srcOrd="4" destOrd="0" presId="urn:microsoft.com/office/officeart/2005/8/layout/lProcess3"/>
    <dgm:cxn modelId="{38616D49-B3FC-4E7E-B19E-7AC945651B35}" type="presParOf" srcId="{B5E5221B-8728-471A-BB60-E9DF98DFA2DB}" destId="{A3DEA4A3-74FF-4BC9-BCD0-B56DBE8674DE}" srcOrd="0" destOrd="0" presId="urn:microsoft.com/office/officeart/2005/8/layout/lProcess3"/>
    <dgm:cxn modelId="{C884633B-D85F-4971-99A1-3F8962660CF6}" type="presParOf" srcId="{B5E5221B-8728-471A-BB60-E9DF98DFA2DB}" destId="{E51C8FE4-DA32-4E37-876C-F382C5F7C19F}" srcOrd="1" destOrd="0" presId="urn:microsoft.com/office/officeart/2005/8/layout/lProcess3"/>
    <dgm:cxn modelId="{DD4B6449-0625-4EC3-816B-46E103E04745}" type="presParOf" srcId="{B5E5221B-8728-471A-BB60-E9DF98DFA2DB}" destId="{8B80E22C-0F2F-4061-832B-1D19C9C23333}" srcOrd="2" destOrd="0" presId="urn:microsoft.com/office/officeart/2005/8/layout/lProcess3"/>
    <dgm:cxn modelId="{BE693F92-BC95-4B5F-AFD2-9BFFE805C79C}" type="presParOf" srcId="{B5E5221B-8728-471A-BB60-E9DF98DFA2DB}" destId="{3B5F878E-AE13-489E-BF60-BF15735AE951}" srcOrd="3" destOrd="0" presId="urn:microsoft.com/office/officeart/2005/8/layout/lProcess3"/>
    <dgm:cxn modelId="{76E258F3-B173-416B-9B19-B0B593EFBB54}" type="presParOf" srcId="{B5E5221B-8728-471A-BB60-E9DF98DFA2DB}" destId="{BD1E27AD-2505-4828-B6CD-AD79109BD9BE}" srcOrd="4" destOrd="0" presId="urn:microsoft.com/office/officeart/2005/8/layout/lProcess3"/>
    <dgm:cxn modelId="{0A385C0B-EBEC-487E-8574-D854AD31C515}" type="presParOf" srcId="{B5E5221B-8728-471A-BB60-E9DF98DFA2DB}" destId="{9F463EBC-C779-4BD2-BE3D-D944531A6BF6}" srcOrd="5" destOrd="0" presId="urn:microsoft.com/office/officeart/2005/8/layout/lProcess3"/>
    <dgm:cxn modelId="{F52D76A5-91D8-40C6-8EC1-C54EE0F0233A}" type="presParOf" srcId="{B5E5221B-8728-471A-BB60-E9DF98DFA2DB}" destId="{346FB1F5-B771-4540-B590-443F393962A6}" srcOrd="6" destOrd="0" presId="urn:microsoft.com/office/officeart/2005/8/layout/lProcess3"/>
    <dgm:cxn modelId="{9C7C55E6-9015-4BCE-A555-FF2A1D5F3D40}" type="presParOf" srcId="{B5E5221B-8728-471A-BB60-E9DF98DFA2DB}" destId="{EBBE08E3-02B5-4728-967A-A6D0C31E5B44}" srcOrd="7" destOrd="0" presId="urn:microsoft.com/office/officeart/2005/8/layout/lProcess3"/>
    <dgm:cxn modelId="{4EA6DD37-2F0B-46CB-8A3C-E68D9FA522A2}" type="presParOf" srcId="{B5E5221B-8728-471A-BB60-E9DF98DFA2DB}" destId="{87D403FE-3999-416B-91E8-00DF799DC28A}" srcOrd="8" destOrd="0" presId="urn:microsoft.com/office/officeart/2005/8/layout/lProcess3"/>
    <dgm:cxn modelId="{74CABD59-6483-4408-9CEA-48063C7174A3}" type="presParOf" srcId="{B5E5221B-8728-471A-BB60-E9DF98DFA2DB}" destId="{E8B4DEDB-02CD-42AB-BB82-9BF7E568B964}" srcOrd="9" destOrd="0" presId="urn:microsoft.com/office/officeart/2005/8/layout/lProcess3"/>
    <dgm:cxn modelId="{81FE62BA-56C1-44A7-83F4-27507E82EA00}" type="presParOf" srcId="{B5E5221B-8728-471A-BB60-E9DF98DFA2DB}" destId="{B035D5D5-9614-423C-A235-ACD9DFDC44D7}" srcOrd="10" destOrd="0" presId="urn:microsoft.com/office/officeart/2005/8/layout/lProcess3"/>
    <dgm:cxn modelId="{4805E95A-D2F8-43DD-9FAE-95A9A22C1EDA}" type="presParOf" srcId="{B5E5221B-8728-471A-BB60-E9DF98DFA2DB}" destId="{3A4BD79A-D9E6-44C5-9F8B-AB73B50C8432}" srcOrd="11" destOrd="0" presId="urn:microsoft.com/office/officeart/2005/8/layout/lProcess3"/>
    <dgm:cxn modelId="{CA961B6B-196B-4DEE-883A-39278FAE6ABD}" type="presParOf" srcId="{B5E5221B-8728-471A-BB60-E9DF98DFA2DB}" destId="{1E4015A9-8D1C-4387-9923-4C52E8743344}" srcOrd="12" destOrd="0" presId="urn:microsoft.com/office/officeart/2005/8/layout/lProcess3"/>
    <dgm:cxn modelId="{E25BCA5A-8F82-4A25-B8B6-2901E4D9C0E3}" type="presParOf" srcId="{B5E5221B-8728-471A-BB60-E9DF98DFA2DB}" destId="{15364FE1-AE19-4D8F-8F16-8B5360A96346}" srcOrd="13" destOrd="0" presId="urn:microsoft.com/office/officeart/2005/8/layout/lProcess3"/>
    <dgm:cxn modelId="{C9390E39-2C88-4661-B647-36688D06768D}" type="presParOf" srcId="{B5E5221B-8728-471A-BB60-E9DF98DFA2DB}" destId="{BCA845DA-6CD5-4F65-9C99-4D0723C809CC}" srcOrd="14" destOrd="0" presId="urn:microsoft.com/office/officeart/2005/8/layout/lProcess3"/>
    <dgm:cxn modelId="{CCCC29EA-D3CB-4F8B-AAFF-FE0848ED6ACB}" type="presParOf" srcId="{B5E5221B-8728-471A-BB60-E9DF98DFA2DB}" destId="{4468DFAE-202E-43B7-8415-2DF634EFD703}" srcOrd="15" destOrd="0" presId="urn:microsoft.com/office/officeart/2005/8/layout/lProcess3"/>
    <dgm:cxn modelId="{CB19A8CF-C04B-4DC6-9903-4AA7461C0668}" type="presParOf" srcId="{B5E5221B-8728-471A-BB60-E9DF98DFA2DB}" destId="{4C454A04-4FEE-4DB2-BF6E-AB5D7B452027}" srcOrd="16" destOrd="0" presId="urn:microsoft.com/office/officeart/2005/8/layout/lProcess3"/>
    <dgm:cxn modelId="{7BF6C488-3327-4F10-A08B-F99FB27C2635}" type="presParOf" srcId="{B5E5221B-8728-471A-BB60-E9DF98DFA2DB}" destId="{78AA5BC7-6480-42B0-8800-703FB0CB519B}" srcOrd="17" destOrd="0" presId="urn:microsoft.com/office/officeart/2005/8/layout/lProcess3"/>
    <dgm:cxn modelId="{F6D92B55-30C8-4B2A-A60A-3F5AF1E0F22F}" type="presParOf" srcId="{B5E5221B-8728-471A-BB60-E9DF98DFA2DB}" destId="{D2869BB3-DA80-48C5-89E4-92701D5EE938}" srcOrd="18" destOrd="0" presId="urn:microsoft.com/office/officeart/2005/8/layout/lProcess3"/>
    <dgm:cxn modelId="{3AEFCD6A-2419-4780-B592-F8DB60D31BA9}" type="presParOf" srcId="{193FEFE1-A696-4068-A3BC-3B012FF74766}" destId="{6CD15A97-CB97-45CD-8E54-9B926A696088}" srcOrd="5" destOrd="0" presId="urn:microsoft.com/office/officeart/2005/8/layout/lProcess3"/>
    <dgm:cxn modelId="{71B95F2C-6CE3-4D35-B063-850DFFEB6E0F}" type="presParOf" srcId="{193FEFE1-A696-4068-A3BC-3B012FF74766}" destId="{A110CCD6-41DA-4A39-A99F-5F309853A48D}" srcOrd="6" destOrd="0" presId="urn:microsoft.com/office/officeart/2005/8/layout/lProcess3"/>
    <dgm:cxn modelId="{AD55C889-4F7E-4CB8-9A40-BEA981CCAB0C}" type="presParOf" srcId="{A110CCD6-41DA-4A39-A99F-5F309853A48D}" destId="{BA5D76E5-745B-4CB2-B29F-A494FEADE284}" srcOrd="0" destOrd="0" presId="urn:microsoft.com/office/officeart/2005/8/layout/lProcess3"/>
    <dgm:cxn modelId="{46F17C64-AC79-4F79-A391-985F12DB5EA1}" type="presParOf" srcId="{193FEFE1-A696-4068-A3BC-3B012FF74766}" destId="{25DA0602-53C8-415F-BF0C-DF4229AAA7B3}" srcOrd="7" destOrd="0" presId="urn:microsoft.com/office/officeart/2005/8/layout/lProcess3"/>
    <dgm:cxn modelId="{75C101C7-63D4-43AD-BCF8-C2A19AAC12B9}" type="presParOf" srcId="{193FEFE1-A696-4068-A3BC-3B012FF74766}" destId="{7246C7C3-50B3-471D-ABEA-06C57E97B904}" srcOrd="8" destOrd="0" presId="urn:microsoft.com/office/officeart/2005/8/layout/lProcess3"/>
    <dgm:cxn modelId="{2CC62EE5-5FAC-4AF1-952B-D47AD2A1B286}" type="presParOf" srcId="{7246C7C3-50B3-471D-ABEA-06C57E97B904}" destId="{3C4C1ACA-5CD5-411F-9B2D-FE3CF42F17AD}" srcOrd="0" destOrd="0" presId="urn:microsoft.com/office/officeart/2005/8/layout/lProcess3"/>
    <dgm:cxn modelId="{389C4886-B417-428B-B612-76343EC0240D}" type="presParOf" srcId="{7246C7C3-50B3-471D-ABEA-06C57E97B904}" destId="{21E3ED89-9BC2-4E93-9293-2831825A01D9}" srcOrd="1" destOrd="0" presId="urn:microsoft.com/office/officeart/2005/8/layout/lProcess3"/>
    <dgm:cxn modelId="{D73B400D-50F5-4E9E-ABD7-89E4AD09E2D3}" type="presParOf" srcId="{7246C7C3-50B3-471D-ABEA-06C57E97B904}" destId="{F2157426-576C-41A1-BDF3-5D9F0ADFF6D8}" srcOrd="2" destOrd="0" presId="urn:microsoft.com/office/officeart/2005/8/layout/lProcess3"/>
    <dgm:cxn modelId="{7AC4CA5C-0C42-4E19-9F41-1BF13D63E64E}" type="presParOf" srcId="{7246C7C3-50B3-471D-ABEA-06C57E97B904}" destId="{D8E88F5B-EB1C-4350-9E34-D304CA2AC8EB}" srcOrd="3" destOrd="0" presId="urn:microsoft.com/office/officeart/2005/8/layout/lProcess3"/>
    <dgm:cxn modelId="{DA369965-A356-4BE7-97D6-237E29D58D88}" type="presParOf" srcId="{7246C7C3-50B3-471D-ABEA-06C57E97B904}" destId="{95E51920-9B53-4D84-8E70-B091CE0A246B}" srcOrd="4" destOrd="0" presId="urn:microsoft.com/office/officeart/2005/8/layout/lProcess3"/>
    <dgm:cxn modelId="{B2566838-4BAA-417F-B80B-370FCA2B089A}" type="presParOf" srcId="{7246C7C3-50B3-471D-ABEA-06C57E97B904}" destId="{BB44E314-DC7C-4C74-848B-23A42DD58434}" srcOrd="5" destOrd="0" presId="urn:microsoft.com/office/officeart/2005/8/layout/lProcess3"/>
    <dgm:cxn modelId="{76BF93C1-4A65-45C9-9DA5-10A28ECD398D}" type="presParOf" srcId="{7246C7C3-50B3-471D-ABEA-06C57E97B904}" destId="{8743D5B3-9442-44AA-8608-E5E7B129439B}" srcOrd="6" destOrd="0" presId="urn:microsoft.com/office/officeart/2005/8/layout/lProcess3"/>
    <dgm:cxn modelId="{6CA5C170-BF09-4118-9FD7-4AACF1D4D057}" type="presParOf" srcId="{7246C7C3-50B3-471D-ABEA-06C57E97B904}" destId="{1B4A7DBA-A98F-4E6E-8978-B1AB43CD9703}" srcOrd="7" destOrd="0" presId="urn:microsoft.com/office/officeart/2005/8/layout/lProcess3"/>
    <dgm:cxn modelId="{44CFDD88-A33C-4350-BD70-51302FFE1AFC}" type="presParOf" srcId="{7246C7C3-50B3-471D-ABEA-06C57E97B904}" destId="{53310918-3705-4A7B-AF33-E7C4507F6F99}" srcOrd="8" destOrd="0" presId="urn:microsoft.com/office/officeart/2005/8/layout/lProcess3"/>
    <dgm:cxn modelId="{96BF3CD5-B765-47E0-B818-5B8D982DE138}" type="presParOf" srcId="{7246C7C3-50B3-471D-ABEA-06C57E97B904}" destId="{3313F799-F1D8-484F-8099-566C8D3CE8F5}" srcOrd="9" destOrd="0" presId="urn:microsoft.com/office/officeart/2005/8/layout/lProcess3"/>
    <dgm:cxn modelId="{C8236F63-8AF3-4E30-901F-697A04E3C43F}" type="presParOf" srcId="{7246C7C3-50B3-471D-ABEA-06C57E97B904}" destId="{7A038388-1937-46AC-A850-EA7BCD3E8514}" srcOrd="10" destOrd="0" presId="urn:microsoft.com/office/officeart/2005/8/layout/lProcess3"/>
    <dgm:cxn modelId="{9064FB97-AEFF-4E29-8F05-FF0D8005E280}" type="presParOf" srcId="{7246C7C3-50B3-471D-ABEA-06C57E97B904}" destId="{ED01EA66-B954-4BC2-BD7F-4701E85AE5B4}" srcOrd="11" destOrd="0" presId="urn:microsoft.com/office/officeart/2005/8/layout/lProcess3"/>
    <dgm:cxn modelId="{B3A795AA-42FA-4CFA-8E58-535857C735C1}" type="presParOf" srcId="{7246C7C3-50B3-471D-ABEA-06C57E97B904}" destId="{E2060C11-3552-4FD2-9B93-76CEBA503157}" srcOrd="12" destOrd="0" presId="urn:microsoft.com/office/officeart/2005/8/layout/lProcess3"/>
    <dgm:cxn modelId="{C6913284-5EBB-4A28-9A01-F4063CAC4F72}" type="presParOf" srcId="{7246C7C3-50B3-471D-ABEA-06C57E97B904}" destId="{967FD27C-2977-466E-A0C4-93201C3D850A}" srcOrd="13" destOrd="0" presId="urn:microsoft.com/office/officeart/2005/8/layout/lProcess3"/>
    <dgm:cxn modelId="{6932FA57-632C-4406-888F-02ADA1AFBE8A}" type="presParOf" srcId="{7246C7C3-50B3-471D-ABEA-06C57E97B904}" destId="{68B680E9-319F-4A02-AFCE-F354B9C6AFE9}" srcOrd="14" destOrd="0" presId="urn:microsoft.com/office/officeart/2005/8/layout/lProcess3"/>
    <dgm:cxn modelId="{1E60D1DB-099D-44ED-ABAA-498F46C2BB15}" type="presParOf" srcId="{7246C7C3-50B3-471D-ABEA-06C57E97B904}" destId="{1737BE08-5D42-4740-82DD-A0A50FB31965}" srcOrd="15" destOrd="0" presId="urn:microsoft.com/office/officeart/2005/8/layout/lProcess3"/>
    <dgm:cxn modelId="{F2487101-462D-4A1C-B232-BFCD9362B522}" type="presParOf" srcId="{7246C7C3-50B3-471D-ABEA-06C57E97B904}" destId="{259577ED-3F01-4ACC-95D7-8D5BC21023D1}" srcOrd="16" destOrd="0" presId="urn:microsoft.com/office/officeart/2005/8/layout/lProcess3"/>
    <dgm:cxn modelId="{97B0B2B2-7FAA-44BA-9BD8-9B645A18112A}" type="presParOf" srcId="{7246C7C3-50B3-471D-ABEA-06C57E97B904}" destId="{5A0F83B9-DABA-40A8-9F9D-9891485D7DCA}" srcOrd="17" destOrd="0" presId="urn:microsoft.com/office/officeart/2005/8/layout/lProcess3"/>
    <dgm:cxn modelId="{E6A1C602-206F-4B07-A952-878A2523244F}" type="presParOf" srcId="{7246C7C3-50B3-471D-ABEA-06C57E97B904}" destId="{AAAC5CC5-F978-41F0-9F11-B85D18489CCA}" srcOrd="1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F26BC-09B6-4096-84DC-5C93F7E9BD96}">
      <dsp:nvSpPr>
        <dsp:cNvPr id="0" name=""/>
        <dsp:cNvSpPr/>
      </dsp:nvSpPr>
      <dsp:spPr>
        <a:xfrm>
          <a:off x="6267" y="2765053"/>
          <a:ext cx="1267452" cy="506980"/>
        </a:xfrm>
        <a:prstGeom prst="chevron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 Display" panose="02110004020202020204"/>
            </a:rPr>
            <a:t>TRL </a:t>
          </a:r>
          <a:endParaRPr lang="en-US" sz="1600" b="1" kern="1200"/>
        </a:p>
      </dsp:txBody>
      <dsp:txXfrm>
        <a:off x="259757" y="2765053"/>
        <a:ext cx="760472" cy="506980"/>
      </dsp:txXfrm>
    </dsp:sp>
    <dsp:sp modelId="{168CE0EC-544B-4C5B-B69E-778F343297EF}">
      <dsp:nvSpPr>
        <dsp:cNvPr id="0" name=""/>
        <dsp:cNvSpPr/>
      </dsp:nvSpPr>
      <dsp:spPr>
        <a:xfrm>
          <a:off x="1108951" y="2808147"/>
          <a:ext cx="1051985" cy="420794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1</a:t>
          </a:r>
          <a:endParaRPr lang="en-US" sz="1600" kern="1200"/>
        </a:p>
      </dsp:txBody>
      <dsp:txXfrm>
        <a:off x="1319348" y="2808147"/>
        <a:ext cx="631191" cy="420794"/>
      </dsp:txXfrm>
    </dsp:sp>
    <dsp:sp modelId="{D144F525-4E65-420D-917B-325CE37FEA10}">
      <dsp:nvSpPr>
        <dsp:cNvPr id="0" name=""/>
        <dsp:cNvSpPr/>
      </dsp:nvSpPr>
      <dsp:spPr>
        <a:xfrm>
          <a:off x="2013658" y="2808147"/>
          <a:ext cx="1051985" cy="420794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2</a:t>
          </a:r>
        </a:p>
      </dsp:txBody>
      <dsp:txXfrm>
        <a:off x="2224055" y="2808147"/>
        <a:ext cx="631191" cy="420794"/>
      </dsp:txXfrm>
    </dsp:sp>
    <dsp:sp modelId="{806B1C47-1175-4FD3-80BA-43DA43DF3A00}">
      <dsp:nvSpPr>
        <dsp:cNvPr id="0" name=""/>
        <dsp:cNvSpPr/>
      </dsp:nvSpPr>
      <dsp:spPr>
        <a:xfrm>
          <a:off x="2918366" y="2808147"/>
          <a:ext cx="1051985" cy="420794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3</a:t>
          </a:r>
          <a:endParaRPr lang="en-US" sz="1600" kern="1200"/>
        </a:p>
      </dsp:txBody>
      <dsp:txXfrm>
        <a:off x="3128763" y="2808147"/>
        <a:ext cx="631191" cy="420794"/>
      </dsp:txXfrm>
    </dsp:sp>
    <dsp:sp modelId="{BB048008-E446-48C8-A9DA-1E2B6F4D62F8}">
      <dsp:nvSpPr>
        <dsp:cNvPr id="0" name=""/>
        <dsp:cNvSpPr/>
      </dsp:nvSpPr>
      <dsp:spPr>
        <a:xfrm>
          <a:off x="3823073" y="2808147"/>
          <a:ext cx="1051985" cy="420794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4</a:t>
          </a:r>
        </a:p>
      </dsp:txBody>
      <dsp:txXfrm>
        <a:off x="4033470" y="2808147"/>
        <a:ext cx="631191" cy="420794"/>
      </dsp:txXfrm>
    </dsp:sp>
    <dsp:sp modelId="{64A61E5A-602A-451D-B43E-D1DD5AE2B131}">
      <dsp:nvSpPr>
        <dsp:cNvPr id="0" name=""/>
        <dsp:cNvSpPr/>
      </dsp:nvSpPr>
      <dsp:spPr>
        <a:xfrm>
          <a:off x="4727781" y="2808147"/>
          <a:ext cx="1051985" cy="420794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5</a:t>
          </a:r>
        </a:p>
      </dsp:txBody>
      <dsp:txXfrm>
        <a:off x="4938178" y="2808147"/>
        <a:ext cx="631191" cy="420794"/>
      </dsp:txXfrm>
    </dsp:sp>
    <dsp:sp modelId="{C69A67DF-BB13-4D40-BB61-588B231F6A20}">
      <dsp:nvSpPr>
        <dsp:cNvPr id="0" name=""/>
        <dsp:cNvSpPr/>
      </dsp:nvSpPr>
      <dsp:spPr>
        <a:xfrm>
          <a:off x="5632488" y="2808147"/>
          <a:ext cx="1051985" cy="420794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6</a:t>
          </a:r>
        </a:p>
      </dsp:txBody>
      <dsp:txXfrm>
        <a:off x="5842885" y="2808147"/>
        <a:ext cx="631191" cy="420794"/>
      </dsp:txXfrm>
    </dsp:sp>
    <dsp:sp modelId="{21C4A0AC-6A06-49FD-A0B2-83823D24FE3A}">
      <dsp:nvSpPr>
        <dsp:cNvPr id="0" name=""/>
        <dsp:cNvSpPr/>
      </dsp:nvSpPr>
      <dsp:spPr>
        <a:xfrm>
          <a:off x="6537196" y="2808147"/>
          <a:ext cx="1051985" cy="420794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7</a:t>
          </a:r>
        </a:p>
      </dsp:txBody>
      <dsp:txXfrm>
        <a:off x="6747593" y="2808147"/>
        <a:ext cx="631191" cy="420794"/>
      </dsp:txXfrm>
    </dsp:sp>
    <dsp:sp modelId="{9DAD6CA6-E009-4FE0-9EA9-E8BC0F37BF71}">
      <dsp:nvSpPr>
        <dsp:cNvPr id="0" name=""/>
        <dsp:cNvSpPr/>
      </dsp:nvSpPr>
      <dsp:spPr>
        <a:xfrm>
          <a:off x="7441903" y="2808147"/>
          <a:ext cx="1051985" cy="420794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8</a:t>
          </a:r>
        </a:p>
      </dsp:txBody>
      <dsp:txXfrm>
        <a:off x="7652300" y="2808147"/>
        <a:ext cx="631191" cy="420794"/>
      </dsp:txXfrm>
    </dsp:sp>
    <dsp:sp modelId="{2410AE7B-0AEE-476A-AFE0-3F3DC942F3A3}">
      <dsp:nvSpPr>
        <dsp:cNvPr id="0" name=""/>
        <dsp:cNvSpPr/>
      </dsp:nvSpPr>
      <dsp:spPr>
        <a:xfrm>
          <a:off x="8346611" y="2808147"/>
          <a:ext cx="1051985" cy="420794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9</a:t>
          </a:r>
        </a:p>
      </dsp:txBody>
      <dsp:txXfrm>
        <a:off x="8557008" y="2808147"/>
        <a:ext cx="631191" cy="420794"/>
      </dsp:txXfrm>
    </dsp:sp>
    <dsp:sp modelId="{EDE69B16-1538-46A8-ABC8-701AD05EC2B5}">
      <dsp:nvSpPr>
        <dsp:cNvPr id="0" name=""/>
        <dsp:cNvSpPr/>
      </dsp:nvSpPr>
      <dsp:spPr>
        <a:xfrm>
          <a:off x="6267" y="3343012"/>
          <a:ext cx="1267452" cy="506980"/>
        </a:xfrm>
        <a:prstGeom prst="chevron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0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>
            <a:latin typeface="Aptos Display" panose="02110004020202020204"/>
          </a:endParaRPr>
        </a:p>
      </dsp:txBody>
      <dsp:txXfrm>
        <a:off x="259757" y="3343012"/>
        <a:ext cx="760472" cy="506980"/>
      </dsp:txXfrm>
    </dsp:sp>
    <dsp:sp modelId="{A3DEA4A3-74FF-4BC9-BCD0-B56DBE8674DE}">
      <dsp:nvSpPr>
        <dsp:cNvPr id="0" name=""/>
        <dsp:cNvSpPr/>
      </dsp:nvSpPr>
      <dsp:spPr>
        <a:xfrm>
          <a:off x="6267" y="3920970"/>
          <a:ext cx="1267452" cy="506980"/>
        </a:xfrm>
        <a:prstGeom prst="chevron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 Display" panose="02110004020202020204"/>
            </a:rPr>
            <a:t>SRL</a:t>
          </a:r>
          <a:endParaRPr lang="en-US" sz="1600" b="1" kern="1200"/>
        </a:p>
      </dsp:txBody>
      <dsp:txXfrm>
        <a:off x="259757" y="3920970"/>
        <a:ext cx="760472" cy="506980"/>
      </dsp:txXfrm>
    </dsp:sp>
    <dsp:sp modelId="{8B80E22C-0F2F-4061-832B-1D19C9C23333}">
      <dsp:nvSpPr>
        <dsp:cNvPr id="0" name=""/>
        <dsp:cNvSpPr/>
      </dsp:nvSpPr>
      <dsp:spPr>
        <a:xfrm>
          <a:off x="1108951" y="3964063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1</a:t>
          </a:r>
        </a:p>
      </dsp:txBody>
      <dsp:txXfrm>
        <a:off x="1319348" y="3964063"/>
        <a:ext cx="631191" cy="420794"/>
      </dsp:txXfrm>
    </dsp:sp>
    <dsp:sp modelId="{BD1E27AD-2505-4828-B6CD-AD79109BD9BE}">
      <dsp:nvSpPr>
        <dsp:cNvPr id="0" name=""/>
        <dsp:cNvSpPr/>
      </dsp:nvSpPr>
      <dsp:spPr>
        <a:xfrm>
          <a:off x="2013658" y="3964063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2</a:t>
          </a:r>
        </a:p>
      </dsp:txBody>
      <dsp:txXfrm>
        <a:off x="2224055" y="3964063"/>
        <a:ext cx="631191" cy="420794"/>
      </dsp:txXfrm>
    </dsp:sp>
    <dsp:sp modelId="{346FB1F5-B771-4540-B590-443F393962A6}">
      <dsp:nvSpPr>
        <dsp:cNvPr id="0" name=""/>
        <dsp:cNvSpPr/>
      </dsp:nvSpPr>
      <dsp:spPr>
        <a:xfrm>
          <a:off x="2918366" y="3964063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3</a:t>
          </a:r>
        </a:p>
      </dsp:txBody>
      <dsp:txXfrm>
        <a:off x="3128763" y="3964063"/>
        <a:ext cx="631191" cy="420794"/>
      </dsp:txXfrm>
    </dsp:sp>
    <dsp:sp modelId="{87D403FE-3999-416B-91E8-00DF799DC28A}">
      <dsp:nvSpPr>
        <dsp:cNvPr id="0" name=""/>
        <dsp:cNvSpPr/>
      </dsp:nvSpPr>
      <dsp:spPr>
        <a:xfrm>
          <a:off x="3823073" y="3964063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4</a:t>
          </a:r>
        </a:p>
      </dsp:txBody>
      <dsp:txXfrm>
        <a:off x="4033470" y="3964063"/>
        <a:ext cx="631191" cy="420794"/>
      </dsp:txXfrm>
    </dsp:sp>
    <dsp:sp modelId="{B035D5D5-9614-423C-A235-ACD9DFDC44D7}">
      <dsp:nvSpPr>
        <dsp:cNvPr id="0" name=""/>
        <dsp:cNvSpPr/>
      </dsp:nvSpPr>
      <dsp:spPr>
        <a:xfrm>
          <a:off x="4727781" y="3964063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5</a:t>
          </a:r>
        </a:p>
      </dsp:txBody>
      <dsp:txXfrm>
        <a:off x="4938178" y="3964063"/>
        <a:ext cx="631191" cy="420794"/>
      </dsp:txXfrm>
    </dsp:sp>
    <dsp:sp modelId="{1E4015A9-8D1C-4387-9923-4C52E8743344}">
      <dsp:nvSpPr>
        <dsp:cNvPr id="0" name=""/>
        <dsp:cNvSpPr/>
      </dsp:nvSpPr>
      <dsp:spPr>
        <a:xfrm>
          <a:off x="5632488" y="3964063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6</a:t>
          </a:r>
        </a:p>
      </dsp:txBody>
      <dsp:txXfrm>
        <a:off x="5842885" y="3964063"/>
        <a:ext cx="631191" cy="420794"/>
      </dsp:txXfrm>
    </dsp:sp>
    <dsp:sp modelId="{BCA845DA-6CD5-4F65-9C99-4D0723C809CC}">
      <dsp:nvSpPr>
        <dsp:cNvPr id="0" name=""/>
        <dsp:cNvSpPr/>
      </dsp:nvSpPr>
      <dsp:spPr>
        <a:xfrm>
          <a:off x="6537196" y="3964063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7</a:t>
          </a:r>
        </a:p>
      </dsp:txBody>
      <dsp:txXfrm>
        <a:off x="6747593" y="3964063"/>
        <a:ext cx="631191" cy="420794"/>
      </dsp:txXfrm>
    </dsp:sp>
    <dsp:sp modelId="{4C454A04-4FEE-4DB2-BF6E-AB5D7B452027}">
      <dsp:nvSpPr>
        <dsp:cNvPr id="0" name=""/>
        <dsp:cNvSpPr/>
      </dsp:nvSpPr>
      <dsp:spPr>
        <a:xfrm>
          <a:off x="7441903" y="3964063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8</a:t>
          </a:r>
        </a:p>
      </dsp:txBody>
      <dsp:txXfrm>
        <a:off x="7652300" y="3964063"/>
        <a:ext cx="631191" cy="420794"/>
      </dsp:txXfrm>
    </dsp:sp>
    <dsp:sp modelId="{D2869BB3-DA80-48C5-89E4-92701D5EE938}">
      <dsp:nvSpPr>
        <dsp:cNvPr id="0" name=""/>
        <dsp:cNvSpPr/>
      </dsp:nvSpPr>
      <dsp:spPr>
        <a:xfrm>
          <a:off x="8346611" y="3964063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9</a:t>
          </a:r>
          <a:endParaRPr lang="en-US" sz="1600" kern="1200">
            <a:latin typeface="Aptos Display"/>
          </a:endParaRPr>
        </a:p>
      </dsp:txBody>
      <dsp:txXfrm>
        <a:off x="8557008" y="3964063"/>
        <a:ext cx="631191" cy="4207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F26BC-09B6-4096-84DC-5C93F7E9BD96}">
      <dsp:nvSpPr>
        <dsp:cNvPr id="0" name=""/>
        <dsp:cNvSpPr/>
      </dsp:nvSpPr>
      <dsp:spPr>
        <a:xfrm>
          <a:off x="6267" y="2765053"/>
          <a:ext cx="1267452" cy="506980"/>
        </a:xfrm>
        <a:prstGeom prst="chevron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 Display" panose="02110004020202020204"/>
            </a:rPr>
            <a:t>TRL </a:t>
          </a:r>
          <a:endParaRPr lang="en-US" sz="1600" b="1" kern="1200"/>
        </a:p>
      </dsp:txBody>
      <dsp:txXfrm>
        <a:off x="259757" y="2765053"/>
        <a:ext cx="760472" cy="506980"/>
      </dsp:txXfrm>
    </dsp:sp>
    <dsp:sp modelId="{168CE0EC-544B-4C5B-B69E-778F343297EF}">
      <dsp:nvSpPr>
        <dsp:cNvPr id="0" name=""/>
        <dsp:cNvSpPr/>
      </dsp:nvSpPr>
      <dsp:spPr>
        <a:xfrm>
          <a:off x="1108951" y="2808147"/>
          <a:ext cx="1051985" cy="420794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1</a:t>
          </a:r>
          <a:endParaRPr lang="en-US" sz="1600" kern="1200"/>
        </a:p>
      </dsp:txBody>
      <dsp:txXfrm>
        <a:off x="1319348" y="2808147"/>
        <a:ext cx="631191" cy="420794"/>
      </dsp:txXfrm>
    </dsp:sp>
    <dsp:sp modelId="{D144F525-4E65-420D-917B-325CE37FEA10}">
      <dsp:nvSpPr>
        <dsp:cNvPr id="0" name=""/>
        <dsp:cNvSpPr/>
      </dsp:nvSpPr>
      <dsp:spPr>
        <a:xfrm>
          <a:off x="2013658" y="2808147"/>
          <a:ext cx="1051985" cy="420794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2</a:t>
          </a:r>
        </a:p>
      </dsp:txBody>
      <dsp:txXfrm>
        <a:off x="2224055" y="2808147"/>
        <a:ext cx="631191" cy="420794"/>
      </dsp:txXfrm>
    </dsp:sp>
    <dsp:sp modelId="{806B1C47-1175-4FD3-80BA-43DA43DF3A00}">
      <dsp:nvSpPr>
        <dsp:cNvPr id="0" name=""/>
        <dsp:cNvSpPr/>
      </dsp:nvSpPr>
      <dsp:spPr>
        <a:xfrm>
          <a:off x="2918366" y="2808147"/>
          <a:ext cx="1051985" cy="420794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3</a:t>
          </a:r>
          <a:endParaRPr lang="en-US" sz="1600" kern="1200"/>
        </a:p>
      </dsp:txBody>
      <dsp:txXfrm>
        <a:off x="3128763" y="2808147"/>
        <a:ext cx="631191" cy="420794"/>
      </dsp:txXfrm>
    </dsp:sp>
    <dsp:sp modelId="{BB048008-E446-48C8-A9DA-1E2B6F4D62F8}">
      <dsp:nvSpPr>
        <dsp:cNvPr id="0" name=""/>
        <dsp:cNvSpPr/>
      </dsp:nvSpPr>
      <dsp:spPr>
        <a:xfrm>
          <a:off x="3823073" y="2808147"/>
          <a:ext cx="1051985" cy="420794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4</a:t>
          </a:r>
        </a:p>
      </dsp:txBody>
      <dsp:txXfrm>
        <a:off x="4033470" y="2808147"/>
        <a:ext cx="631191" cy="420794"/>
      </dsp:txXfrm>
    </dsp:sp>
    <dsp:sp modelId="{64A61E5A-602A-451D-B43E-D1DD5AE2B131}">
      <dsp:nvSpPr>
        <dsp:cNvPr id="0" name=""/>
        <dsp:cNvSpPr/>
      </dsp:nvSpPr>
      <dsp:spPr>
        <a:xfrm>
          <a:off x="4727781" y="2808147"/>
          <a:ext cx="1051985" cy="420794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5</a:t>
          </a:r>
        </a:p>
      </dsp:txBody>
      <dsp:txXfrm>
        <a:off x="4938178" y="2808147"/>
        <a:ext cx="631191" cy="420794"/>
      </dsp:txXfrm>
    </dsp:sp>
    <dsp:sp modelId="{C69A67DF-BB13-4D40-BB61-588B231F6A20}">
      <dsp:nvSpPr>
        <dsp:cNvPr id="0" name=""/>
        <dsp:cNvSpPr/>
      </dsp:nvSpPr>
      <dsp:spPr>
        <a:xfrm>
          <a:off x="5632488" y="2808147"/>
          <a:ext cx="1051985" cy="420794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6</a:t>
          </a:r>
        </a:p>
      </dsp:txBody>
      <dsp:txXfrm>
        <a:off x="5842885" y="2808147"/>
        <a:ext cx="631191" cy="420794"/>
      </dsp:txXfrm>
    </dsp:sp>
    <dsp:sp modelId="{21C4A0AC-6A06-49FD-A0B2-83823D24FE3A}">
      <dsp:nvSpPr>
        <dsp:cNvPr id="0" name=""/>
        <dsp:cNvSpPr/>
      </dsp:nvSpPr>
      <dsp:spPr>
        <a:xfrm>
          <a:off x="6537196" y="2808147"/>
          <a:ext cx="1051985" cy="420794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7</a:t>
          </a:r>
        </a:p>
      </dsp:txBody>
      <dsp:txXfrm>
        <a:off x="6747593" y="2808147"/>
        <a:ext cx="631191" cy="420794"/>
      </dsp:txXfrm>
    </dsp:sp>
    <dsp:sp modelId="{9DAD6CA6-E009-4FE0-9EA9-E8BC0F37BF71}">
      <dsp:nvSpPr>
        <dsp:cNvPr id="0" name=""/>
        <dsp:cNvSpPr/>
      </dsp:nvSpPr>
      <dsp:spPr>
        <a:xfrm>
          <a:off x="7441903" y="2808147"/>
          <a:ext cx="1051985" cy="420794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8</a:t>
          </a:r>
        </a:p>
      </dsp:txBody>
      <dsp:txXfrm>
        <a:off x="7652300" y="2808147"/>
        <a:ext cx="631191" cy="420794"/>
      </dsp:txXfrm>
    </dsp:sp>
    <dsp:sp modelId="{2410AE7B-0AEE-476A-AFE0-3F3DC942F3A3}">
      <dsp:nvSpPr>
        <dsp:cNvPr id="0" name=""/>
        <dsp:cNvSpPr/>
      </dsp:nvSpPr>
      <dsp:spPr>
        <a:xfrm>
          <a:off x="8346611" y="2808147"/>
          <a:ext cx="1051985" cy="420794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9</a:t>
          </a:r>
        </a:p>
      </dsp:txBody>
      <dsp:txXfrm>
        <a:off x="8557008" y="2808147"/>
        <a:ext cx="631191" cy="420794"/>
      </dsp:txXfrm>
    </dsp:sp>
    <dsp:sp modelId="{EDE69B16-1538-46A8-ABC8-701AD05EC2B5}">
      <dsp:nvSpPr>
        <dsp:cNvPr id="0" name=""/>
        <dsp:cNvSpPr/>
      </dsp:nvSpPr>
      <dsp:spPr>
        <a:xfrm>
          <a:off x="6267" y="3343012"/>
          <a:ext cx="1267452" cy="506980"/>
        </a:xfrm>
        <a:prstGeom prst="chevron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0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>
            <a:latin typeface="Aptos Display" panose="02110004020202020204"/>
          </a:endParaRPr>
        </a:p>
      </dsp:txBody>
      <dsp:txXfrm>
        <a:off x="259757" y="3343012"/>
        <a:ext cx="760472" cy="506980"/>
      </dsp:txXfrm>
    </dsp:sp>
    <dsp:sp modelId="{A3DEA4A3-74FF-4BC9-BCD0-B56DBE8674DE}">
      <dsp:nvSpPr>
        <dsp:cNvPr id="0" name=""/>
        <dsp:cNvSpPr/>
      </dsp:nvSpPr>
      <dsp:spPr>
        <a:xfrm>
          <a:off x="6267" y="3920970"/>
          <a:ext cx="1267452" cy="506980"/>
        </a:xfrm>
        <a:prstGeom prst="chevron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 Display" panose="02110004020202020204"/>
            </a:rPr>
            <a:t>SRL</a:t>
          </a:r>
          <a:endParaRPr lang="en-US" sz="1600" b="1" kern="1200"/>
        </a:p>
      </dsp:txBody>
      <dsp:txXfrm>
        <a:off x="259757" y="3920970"/>
        <a:ext cx="760472" cy="506980"/>
      </dsp:txXfrm>
    </dsp:sp>
    <dsp:sp modelId="{8B80E22C-0F2F-4061-832B-1D19C9C23333}">
      <dsp:nvSpPr>
        <dsp:cNvPr id="0" name=""/>
        <dsp:cNvSpPr/>
      </dsp:nvSpPr>
      <dsp:spPr>
        <a:xfrm>
          <a:off x="1108951" y="3964063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1</a:t>
          </a:r>
        </a:p>
      </dsp:txBody>
      <dsp:txXfrm>
        <a:off x="1319348" y="3964063"/>
        <a:ext cx="631191" cy="420794"/>
      </dsp:txXfrm>
    </dsp:sp>
    <dsp:sp modelId="{BD1E27AD-2505-4828-B6CD-AD79109BD9BE}">
      <dsp:nvSpPr>
        <dsp:cNvPr id="0" name=""/>
        <dsp:cNvSpPr/>
      </dsp:nvSpPr>
      <dsp:spPr>
        <a:xfrm>
          <a:off x="2013658" y="3964063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2</a:t>
          </a:r>
        </a:p>
      </dsp:txBody>
      <dsp:txXfrm>
        <a:off x="2224055" y="3964063"/>
        <a:ext cx="631191" cy="420794"/>
      </dsp:txXfrm>
    </dsp:sp>
    <dsp:sp modelId="{346FB1F5-B771-4540-B590-443F393962A6}">
      <dsp:nvSpPr>
        <dsp:cNvPr id="0" name=""/>
        <dsp:cNvSpPr/>
      </dsp:nvSpPr>
      <dsp:spPr>
        <a:xfrm>
          <a:off x="2918366" y="3964063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3</a:t>
          </a:r>
        </a:p>
      </dsp:txBody>
      <dsp:txXfrm>
        <a:off x="3128763" y="3964063"/>
        <a:ext cx="631191" cy="420794"/>
      </dsp:txXfrm>
    </dsp:sp>
    <dsp:sp modelId="{87D403FE-3999-416B-91E8-00DF799DC28A}">
      <dsp:nvSpPr>
        <dsp:cNvPr id="0" name=""/>
        <dsp:cNvSpPr/>
      </dsp:nvSpPr>
      <dsp:spPr>
        <a:xfrm>
          <a:off x="3823073" y="3964063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4</a:t>
          </a:r>
        </a:p>
      </dsp:txBody>
      <dsp:txXfrm>
        <a:off x="4033470" y="3964063"/>
        <a:ext cx="631191" cy="420794"/>
      </dsp:txXfrm>
    </dsp:sp>
    <dsp:sp modelId="{B035D5D5-9614-423C-A235-ACD9DFDC44D7}">
      <dsp:nvSpPr>
        <dsp:cNvPr id="0" name=""/>
        <dsp:cNvSpPr/>
      </dsp:nvSpPr>
      <dsp:spPr>
        <a:xfrm>
          <a:off x="4727781" y="3964063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5</a:t>
          </a:r>
        </a:p>
      </dsp:txBody>
      <dsp:txXfrm>
        <a:off x="4938178" y="3964063"/>
        <a:ext cx="631191" cy="420794"/>
      </dsp:txXfrm>
    </dsp:sp>
    <dsp:sp modelId="{1E4015A9-8D1C-4387-9923-4C52E8743344}">
      <dsp:nvSpPr>
        <dsp:cNvPr id="0" name=""/>
        <dsp:cNvSpPr/>
      </dsp:nvSpPr>
      <dsp:spPr>
        <a:xfrm>
          <a:off x="5632488" y="3964063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6</a:t>
          </a:r>
        </a:p>
      </dsp:txBody>
      <dsp:txXfrm>
        <a:off x="5842885" y="3964063"/>
        <a:ext cx="631191" cy="420794"/>
      </dsp:txXfrm>
    </dsp:sp>
    <dsp:sp modelId="{BCA845DA-6CD5-4F65-9C99-4D0723C809CC}">
      <dsp:nvSpPr>
        <dsp:cNvPr id="0" name=""/>
        <dsp:cNvSpPr/>
      </dsp:nvSpPr>
      <dsp:spPr>
        <a:xfrm>
          <a:off x="6537196" y="3964063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7</a:t>
          </a:r>
        </a:p>
      </dsp:txBody>
      <dsp:txXfrm>
        <a:off x="6747593" y="3964063"/>
        <a:ext cx="631191" cy="420794"/>
      </dsp:txXfrm>
    </dsp:sp>
    <dsp:sp modelId="{4C454A04-4FEE-4DB2-BF6E-AB5D7B452027}">
      <dsp:nvSpPr>
        <dsp:cNvPr id="0" name=""/>
        <dsp:cNvSpPr/>
      </dsp:nvSpPr>
      <dsp:spPr>
        <a:xfrm>
          <a:off x="7441903" y="3964063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8</a:t>
          </a:r>
        </a:p>
      </dsp:txBody>
      <dsp:txXfrm>
        <a:off x="7652300" y="3964063"/>
        <a:ext cx="631191" cy="420794"/>
      </dsp:txXfrm>
    </dsp:sp>
    <dsp:sp modelId="{D2869BB3-DA80-48C5-89E4-92701D5EE938}">
      <dsp:nvSpPr>
        <dsp:cNvPr id="0" name=""/>
        <dsp:cNvSpPr/>
      </dsp:nvSpPr>
      <dsp:spPr>
        <a:xfrm>
          <a:off x="8346611" y="3964063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9</a:t>
          </a:r>
          <a:endParaRPr lang="en-US" sz="1600" kern="1200">
            <a:latin typeface="Aptos Display"/>
          </a:endParaRPr>
        </a:p>
      </dsp:txBody>
      <dsp:txXfrm>
        <a:off x="8557008" y="3964063"/>
        <a:ext cx="631191" cy="4207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F26BC-09B6-4096-84DC-5C93F7E9BD96}">
      <dsp:nvSpPr>
        <dsp:cNvPr id="0" name=""/>
        <dsp:cNvSpPr/>
      </dsp:nvSpPr>
      <dsp:spPr>
        <a:xfrm>
          <a:off x="6267" y="2765053"/>
          <a:ext cx="1267452" cy="506980"/>
        </a:xfrm>
        <a:prstGeom prst="chevron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 Display" panose="02110004020202020204"/>
            </a:rPr>
            <a:t>TRL </a:t>
          </a:r>
          <a:endParaRPr lang="en-US" sz="1600" b="1" kern="1200"/>
        </a:p>
      </dsp:txBody>
      <dsp:txXfrm>
        <a:off x="259757" y="2765053"/>
        <a:ext cx="760472" cy="506980"/>
      </dsp:txXfrm>
    </dsp:sp>
    <dsp:sp modelId="{168CE0EC-544B-4C5B-B69E-778F343297EF}">
      <dsp:nvSpPr>
        <dsp:cNvPr id="0" name=""/>
        <dsp:cNvSpPr/>
      </dsp:nvSpPr>
      <dsp:spPr>
        <a:xfrm>
          <a:off x="1108951" y="2808147"/>
          <a:ext cx="1051985" cy="420794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1</a:t>
          </a:r>
          <a:endParaRPr lang="en-US" sz="1600" kern="1200"/>
        </a:p>
      </dsp:txBody>
      <dsp:txXfrm>
        <a:off x="1319348" y="2808147"/>
        <a:ext cx="631191" cy="420794"/>
      </dsp:txXfrm>
    </dsp:sp>
    <dsp:sp modelId="{D144F525-4E65-420D-917B-325CE37FEA10}">
      <dsp:nvSpPr>
        <dsp:cNvPr id="0" name=""/>
        <dsp:cNvSpPr/>
      </dsp:nvSpPr>
      <dsp:spPr>
        <a:xfrm>
          <a:off x="2013658" y="2808147"/>
          <a:ext cx="1051985" cy="420794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2</a:t>
          </a:r>
        </a:p>
      </dsp:txBody>
      <dsp:txXfrm>
        <a:off x="2224055" y="2808147"/>
        <a:ext cx="631191" cy="420794"/>
      </dsp:txXfrm>
    </dsp:sp>
    <dsp:sp modelId="{806B1C47-1175-4FD3-80BA-43DA43DF3A00}">
      <dsp:nvSpPr>
        <dsp:cNvPr id="0" name=""/>
        <dsp:cNvSpPr/>
      </dsp:nvSpPr>
      <dsp:spPr>
        <a:xfrm>
          <a:off x="2918366" y="2808147"/>
          <a:ext cx="1051985" cy="420794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3</a:t>
          </a:r>
          <a:endParaRPr lang="en-US" sz="1600" kern="1200"/>
        </a:p>
      </dsp:txBody>
      <dsp:txXfrm>
        <a:off x="3128763" y="2808147"/>
        <a:ext cx="631191" cy="420794"/>
      </dsp:txXfrm>
    </dsp:sp>
    <dsp:sp modelId="{BB048008-E446-48C8-A9DA-1E2B6F4D62F8}">
      <dsp:nvSpPr>
        <dsp:cNvPr id="0" name=""/>
        <dsp:cNvSpPr/>
      </dsp:nvSpPr>
      <dsp:spPr>
        <a:xfrm>
          <a:off x="3823073" y="2808147"/>
          <a:ext cx="1051985" cy="420794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4</a:t>
          </a:r>
        </a:p>
      </dsp:txBody>
      <dsp:txXfrm>
        <a:off x="4033470" y="2808147"/>
        <a:ext cx="631191" cy="420794"/>
      </dsp:txXfrm>
    </dsp:sp>
    <dsp:sp modelId="{64A61E5A-602A-451D-B43E-D1DD5AE2B131}">
      <dsp:nvSpPr>
        <dsp:cNvPr id="0" name=""/>
        <dsp:cNvSpPr/>
      </dsp:nvSpPr>
      <dsp:spPr>
        <a:xfrm>
          <a:off x="4727781" y="2808147"/>
          <a:ext cx="1051985" cy="420794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5</a:t>
          </a:r>
        </a:p>
      </dsp:txBody>
      <dsp:txXfrm>
        <a:off x="4938178" y="2808147"/>
        <a:ext cx="631191" cy="420794"/>
      </dsp:txXfrm>
    </dsp:sp>
    <dsp:sp modelId="{C69A67DF-BB13-4D40-BB61-588B231F6A20}">
      <dsp:nvSpPr>
        <dsp:cNvPr id="0" name=""/>
        <dsp:cNvSpPr/>
      </dsp:nvSpPr>
      <dsp:spPr>
        <a:xfrm>
          <a:off x="5632488" y="2808147"/>
          <a:ext cx="1051985" cy="420794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6</a:t>
          </a:r>
        </a:p>
      </dsp:txBody>
      <dsp:txXfrm>
        <a:off x="5842885" y="2808147"/>
        <a:ext cx="631191" cy="420794"/>
      </dsp:txXfrm>
    </dsp:sp>
    <dsp:sp modelId="{21C4A0AC-6A06-49FD-A0B2-83823D24FE3A}">
      <dsp:nvSpPr>
        <dsp:cNvPr id="0" name=""/>
        <dsp:cNvSpPr/>
      </dsp:nvSpPr>
      <dsp:spPr>
        <a:xfrm>
          <a:off x="6537196" y="2808147"/>
          <a:ext cx="1051985" cy="420794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7</a:t>
          </a:r>
        </a:p>
      </dsp:txBody>
      <dsp:txXfrm>
        <a:off x="6747593" y="2808147"/>
        <a:ext cx="631191" cy="420794"/>
      </dsp:txXfrm>
    </dsp:sp>
    <dsp:sp modelId="{9DAD6CA6-E009-4FE0-9EA9-E8BC0F37BF71}">
      <dsp:nvSpPr>
        <dsp:cNvPr id="0" name=""/>
        <dsp:cNvSpPr/>
      </dsp:nvSpPr>
      <dsp:spPr>
        <a:xfrm>
          <a:off x="7441903" y="2808147"/>
          <a:ext cx="1051985" cy="420794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8</a:t>
          </a:r>
        </a:p>
      </dsp:txBody>
      <dsp:txXfrm>
        <a:off x="7652300" y="2808147"/>
        <a:ext cx="631191" cy="420794"/>
      </dsp:txXfrm>
    </dsp:sp>
    <dsp:sp modelId="{2410AE7B-0AEE-476A-AFE0-3F3DC942F3A3}">
      <dsp:nvSpPr>
        <dsp:cNvPr id="0" name=""/>
        <dsp:cNvSpPr/>
      </dsp:nvSpPr>
      <dsp:spPr>
        <a:xfrm>
          <a:off x="8346611" y="2808147"/>
          <a:ext cx="1051985" cy="420794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9</a:t>
          </a:r>
        </a:p>
      </dsp:txBody>
      <dsp:txXfrm>
        <a:off x="8557008" y="2808147"/>
        <a:ext cx="631191" cy="420794"/>
      </dsp:txXfrm>
    </dsp:sp>
    <dsp:sp modelId="{EDE69B16-1538-46A8-ABC8-701AD05EC2B5}">
      <dsp:nvSpPr>
        <dsp:cNvPr id="0" name=""/>
        <dsp:cNvSpPr/>
      </dsp:nvSpPr>
      <dsp:spPr>
        <a:xfrm>
          <a:off x="6267" y="3343012"/>
          <a:ext cx="1267452" cy="506980"/>
        </a:xfrm>
        <a:prstGeom prst="chevron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0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>
            <a:latin typeface="Aptos Display" panose="02110004020202020204"/>
          </a:endParaRPr>
        </a:p>
      </dsp:txBody>
      <dsp:txXfrm>
        <a:off x="259757" y="3343012"/>
        <a:ext cx="760472" cy="506980"/>
      </dsp:txXfrm>
    </dsp:sp>
    <dsp:sp modelId="{A3DEA4A3-74FF-4BC9-BCD0-B56DBE8674DE}">
      <dsp:nvSpPr>
        <dsp:cNvPr id="0" name=""/>
        <dsp:cNvSpPr/>
      </dsp:nvSpPr>
      <dsp:spPr>
        <a:xfrm>
          <a:off x="6267" y="3920970"/>
          <a:ext cx="1267452" cy="506980"/>
        </a:xfrm>
        <a:prstGeom prst="chevron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 Display" panose="02110004020202020204"/>
            </a:rPr>
            <a:t>SRL</a:t>
          </a:r>
          <a:endParaRPr lang="en-US" sz="1600" b="1" kern="1200"/>
        </a:p>
      </dsp:txBody>
      <dsp:txXfrm>
        <a:off x="259757" y="3920970"/>
        <a:ext cx="760472" cy="506980"/>
      </dsp:txXfrm>
    </dsp:sp>
    <dsp:sp modelId="{8B80E22C-0F2F-4061-832B-1D19C9C23333}">
      <dsp:nvSpPr>
        <dsp:cNvPr id="0" name=""/>
        <dsp:cNvSpPr/>
      </dsp:nvSpPr>
      <dsp:spPr>
        <a:xfrm>
          <a:off x="1108951" y="3964063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1</a:t>
          </a:r>
        </a:p>
      </dsp:txBody>
      <dsp:txXfrm>
        <a:off x="1319348" y="3964063"/>
        <a:ext cx="631191" cy="420794"/>
      </dsp:txXfrm>
    </dsp:sp>
    <dsp:sp modelId="{BD1E27AD-2505-4828-B6CD-AD79109BD9BE}">
      <dsp:nvSpPr>
        <dsp:cNvPr id="0" name=""/>
        <dsp:cNvSpPr/>
      </dsp:nvSpPr>
      <dsp:spPr>
        <a:xfrm>
          <a:off x="2013658" y="3964063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2</a:t>
          </a:r>
        </a:p>
      </dsp:txBody>
      <dsp:txXfrm>
        <a:off x="2224055" y="3964063"/>
        <a:ext cx="631191" cy="420794"/>
      </dsp:txXfrm>
    </dsp:sp>
    <dsp:sp modelId="{346FB1F5-B771-4540-B590-443F393962A6}">
      <dsp:nvSpPr>
        <dsp:cNvPr id="0" name=""/>
        <dsp:cNvSpPr/>
      </dsp:nvSpPr>
      <dsp:spPr>
        <a:xfrm>
          <a:off x="2918366" y="3964063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3</a:t>
          </a:r>
        </a:p>
      </dsp:txBody>
      <dsp:txXfrm>
        <a:off x="3128763" y="3964063"/>
        <a:ext cx="631191" cy="420794"/>
      </dsp:txXfrm>
    </dsp:sp>
    <dsp:sp modelId="{87D403FE-3999-416B-91E8-00DF799DC28A}">
      <dsp:nvSpPr>
        <dsp:cNvPr id="0" name=""/>
        <dsp:cNvSpPr/>
      </dsp:nvSpPr>
      <dsp:spPr>
        <a:xfrm>
          <a:off x="3823073" y="3964063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4</a:t>
          </a:r>
        </a:p>
      </dsp:txBody>
      <dsp:txXfrm>
        <a:off x="4033470" y="3964063"/>
        <a:ext cx="631191" cy="420794"/>
      </dsp:txXfrm>
    </dsp:sp>
    <dsp:sp modelId="{B035D5D5-9614-423C-A235-ACD9DFDC44D7}">
      <dsp:nvSpPr>
        <dsp:cNvPr id="0" name=""/>
        <dsp:cNvSpPr/>
      </dsp:nvSpPr>
      <dsp:spPr>
        <a:xfrm>
          <a:off x="4727781" y="3964063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5</a:t>
          </a:r>
        </a:p>
      </dsp:txBody>
      <dsp:txXfrm>
        <a:off x="4938178" y="3964063"/>
        <a:ext cx="631191" cy="420794"/>
      </dsp:txXfrm>
    </dsp:sp>
    <dsp:sp modelId="{1E4015A9-8D1C-4387-9923-4C52E8743344}">
      <dsp:nvSpPr>
        <dsp:cNvPr id="0" name=""/>
        <dsp:cNvSpPr/>
      </dsp:nvSpPr>
      <dsp:spPr>
        <a:xfrm>
          <a:off x="5632488" y="3964063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6</a:t>
          </a:r>
        </a:p>
      </dsp:txBody>
      <dsp:txXfrm>
        <a:off x="5842885" y="3964063"/>
        <a:ext cx="631191" cy="420794"/>
      </dsp:txXfrm>
    </dsp:sp>
    <dsp:sp modelId="{BCA845DA-6CD5-4F65-9C99-4D0723C809CC}">
      <dsp:nvSpPr>
        <dsp:cNvPr id="0" name=""/>
        <dsp:cNvSpPr/>
      </dsp:nvSpPr>
      <dsp:spPr>
        <a:xfrm>
          <a:off x="6537196" y="3964063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7</a:t>
          </a:r>
        </a:p>
      </dsp:txBody>
      <dsp:txXfrm>
        <a:off x="6747593" y="3964063"/>
        <a:ext cx="631191" cy="420794"/>
      </dsp:txXfrm>
    </dsp:sp>
    <dsp:sp modelId="{4C454A04-4FEE-4DB2-BF6E-AB5D7B452027}">
      <dsp:nvSpPr>
        <dsp:cNvPr id="0" name=""/>
        <dsp:cNvSpPr/>
      </dsp:nvSpPr>
      <dsp:spPr>
        <a:xfrm>
          <a:off x="7441903" y="3964063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8</a:t>
          </a:r>
        </a:p>
      </dsp:txBody>
      <dsp:txXfrm>
        <a:off x="7652300" y="3964063"/>
        <a:ext cx="631191" cy="420794"/>
      </dsp:txXfrm>
    </dsp:sp>
    <dsp:sp modelId="{D2869BB3-DA80-48C5-89E4-92701D5EE938}">
      <dsp:nvSpPr>
        <dsp:cNvPr id="0" name=""/>
        <dsp:cNvSpPr/>
      </dsp:nvSpPr>
      <dsp:spPr>
        <a:xfrm>
          <a:off x="8346611" y="3964063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9</a:t>
          </a:r>
          <a:endParaRPr lang="en-US" sz="1600" kern="1200">
            <a:latin typeface="Aptos Display"/>
          </a:endParaRPr>
        </a:p>
      </dsp:txBody>
      <dsp:txXfrm>
        <a:off x="8557008" y="3964063"/>
        <a:ext cx="631191" cy="4207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B705D-9AE6-4DDB-9AC9-B7BE03657431}">
      <dsp:nvSpPr>
        <dsp:cNvPr id="0" name=""/>
        <dsp:cNvSpPr/>
      </dsp:nvSpPr>
      <dsp:spPr>
        <a:xfrm>
          <a:off x="2178" y="501565"/>
          <a:ext cx="3365499" cy="134619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POC TO GO</a:t>
          </a:r>
        </a:p>
      </dsp:txBody>
      <dsp:txXfrm>
        <a:off x="675278" y="501565"/>
        <a:ext cx="2019300" cy="1346199"/>
      </dsp:txXfrm>
    </dsp:sp>
    <dsp:sp modelId="{2C8A6C01-43CE-4F2B-96FD-6D094404C1CC}">
      <dsp:nvSpPr>
        <dsp:cNvPr id="0" name=""/>
        <dsp:cNvSpPr/>
      </dsp:nvSpPr>
      <dsp:spPr>
        <a:xfrm>
          <a:off x="2930163" y="615992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POC MAX</a:t>
          </a:r>
        </a:p>
      </dsp:txBody>
      <dsp:txXfrm>
        <a:off x="3488836" y="615992"/>
        <a:ext cx="1676019" cy="1117346"/>
      </dsp:txXfrm>
    </dsp:sp>
    <dsp:sp modelId="{2AB20023-2DC3-4D8A-888F-B3CD0838FACA}">
      <dsp:nvSpPr>
        <dsp:cNvPr id="0" name=""/>
        <dsp:cNvSpPr/>
      </dsp:nvSpPr>
      <dsp:spPr>
        <a:xfrm>
          <a:off x="5332456" y="615992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IDF </a:t>
          </a:r>
          <a:r>
            <a:rPr lang="en-GB" sz="2300" kern="1200" dirty="0" err="1"/>
            <a:t>Innoexplorer</a:t>
          </a:r>
          <a:endParaRPr lang="en-GB" sz="2300" kern="1200" dirty="0"/>
        </a:p>
      </dsp:txBody>
      <dsp:txXfrm>
        <a:off x="5891129" y="615992"/>
        <a:ext cx="1676019" cy="1117346"/>
      </dsp:txXfrm>
    </dsp:sp>
    <dsp:sp modelId="{D7A069F0-DF29-47F8-B481-157D42E0279A}">
      <dsp:nvSpPr>
        <dsp:cNvPr id="0" name=""/>
        <dsp:cNvSpPr/>
      </dsp:nvSpPr>
      <dsp:spPr>
        <a:xfrm>
          <a:off x="2178" y="2036233"/>
          <a:ext cx="3365499" cy="134619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POC MAX</a:t>
          </a:r>
        </a:p>
      </dsp:txBody>
      <dsp:txXfrm>
        <a:off x="675278" y="2036233"/>
        <a:ext cx="2019300" cy="1346199"/>
      </dsp:txXfrm>
    </dsp:sp>
    <dsp:sp modelId="{95B9E1FC-8A04-472C-91C9-A4C5B3818B21}">
      <dsp:nvSpPr>
        <dsp:cNvPr id="0" name=""/>
        <dsp:cNvSpPr/>
      </dsp:nvSpPr>
      <dsp:spPr>
        <a:xfrm>
          <a:off x="2930163" y="2150660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IDF </a:t>
          </a:r>
          <a:r>
            <a:rPr lang="en-GB" sz="2300" kern="1200" dirty="0" err="1"/>
            <a:t>Innoexplorer</a:t>
          </a:r>
          <a:endParaRPr lang="en-GB" sz="2300" kern="1200" dirty="0"/>
        </a:p>
      </dsp:txBody>
      <dsp:txXfrm>
        <a:off x="3488836" y="2150660"/>
        <a:ext cx="1676019" cy="1117346"/>
      </dsp:txXfrm>
    </dsp:sp>
    <dsp:sp modelId="{8E0A2CC5-49D6-4159-8F5E-A5DF73BC3F41}">
      <dsp:nvSpPr>
        <dsp:cNvPr id="0" name=""/>
        <dsp:cNvSpPr/>
      </dsp:nvSpPr>
      <dsp:spPr>
        <a:xfrm>
          <a:off x="5332456" y="2150660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European Innovation Council</a:t>
          </a:r>
        </a:p>
      </dsp:txBody>
      <dsp:txXfrm>
        <a:off x="5891129" y="2150660"/>
        <a:ext cx="1676019" cy="1117346"/>
      </dsp:txXfrm>
    </dsp:sp>
    <dsp:sp modelId="{3557C6A3-C787-445B-A0A0-3CDBAFA8F4B5}">
      <dsp:nvSpPr>
        <dsp:cNvPr id="0" name=""/>
        <dsp:cNvSpPr/>
      </dsp:nvSpPr>
      <dsp:spPr>
        <a:xfrm>
          <a:off x="2178" y="3570901"/>
          <a:ext cx="3365499" cy="134619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NNF Pioneer Innovator Grant</a:t>
          </a:r>
        </a:p>
      </dsp:txBody>
      <dsp:txXfrm>
        <a:off x="675278" y="3570901"/>
        <a:ext cx="2019300" cy="1346199"/>
      </dsp:txXfrm>
    </dsp:sp>
    <dsp:sp modelId="{409E8011-608F-49A0-94D4-12A2D71E0D91}">
      <dsp:nvSpPr>
        <dsp:cNvPr id="0" name=""/>
        <dsp:cNvSpPr/>
      </dsp:nvSpPr>
      <dsp:spPr>
        <a:xfrm>
          <a:off x="2930163" y="3685328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POC TO GO</a:t>
          </a:r>
        </a:p>
      </dsp:txBody>
      <dsp:txXfrm>
        <a:off x="3488836" y="3685328"/>
        <a:ext cx="1676019" cy="1117346"/>
      </dsp:txXfrm>
    </dsp:sp>
    <dsp:sp modelId="{F63A6882-32D5-494D-94A3-5CA3FE22EBA5}">
      <dsp:nvSpPr>
        <dsp:cNvPr id="0" name=""/>
        <dsp:cNvSpPr/>
      </dsp:nvSpPr>
      <dsp:spPr>
        <a:xfrm>
          <a:off x="5332456" y="3685328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IDF </a:t>
          </a:r>
          <a:r>
            <a:rPr lang="en-GB" sz="2300" kern="1200" dirty="0" err="1"/>
            <a:t>Innofounder</a:t>
          </a:r>
          <a:endParaRPr lang="en-GB" sz="2300" kern="1200" dirty="0"/>
        </a:p>
      </dsp:txBody>
      <dsp:txXfrm>
        <a:off x="5891129" y="3685328"/>
        <a:ext cx="1676019" cy="11173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B705D-9AE6-4DDB-9AC9-B7BE03657431}">
      <dsp:nvSpPr>
        <dsp:cNvPr id="0" name=""/>
        <dsp:cNvSpPr/>
      </dsp:nvSpPr>
      <dsp:spPr>
        <a:xfrm>
          <a:off x="2178" y="501565"/>
          <a:ext cx="3365499" cy="134619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POC TO GO</a:t>
          </a:r>
        </a:p>
      </dsp:txBody>
      <dsp:txXfrm>
        <a:off x="675278" y="501565"/>
        <a:ext cx="2019300" cy="1346199"/>
      </dsp:txXfrm>
    </dsp:sp>
    <dsp:sp modelId="{2C8A6C01-43CE-4F2B-96FD-6D094404C1CC}">
      <dsp:nvSpPr>
        <dsp:cNvPr id="0" name=""/>
        <dsp:cNvSpPr/>
      </dsp:nvSpPr>
      <dsp:spPr>
        <a:xfrm>
          <a:off x="2930163" y="615992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POC TO GO</a:t>
          </a:r>
        </a:p>
      </dsp:txBody>
      <dsp:txXfrm>
        <a:off x="3488836" y="615992"/>
        <a:ext cx="1676019" cy="1117346"/>
      </dsp:txXfrm>
    </dsp:sp>
    <dsp:sp modelId="{2AB20023-2DC3-4D8A-888F-B3CD0838FACA}">
      <dsp:nvSpPr>
        <dsp:cNvPr id="0" name=""/>
        <dsp:cNvSpPr/>
      </dsp:nvSpPr>
      <dsp:spPr>
        <a:xfrm>
          <a:off x="5332456" y="615992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IDF </a:t>
          </a:r>
          <a:r>
            <a:rPr lang="en-GB" sz="2300" kern="1200" dirty="0" err="1"/>
            <a:t>Innoexplorer</a:t>
          </a:r>
          <a:endParaRPr lang="en-GB" sz="2300" kern="1200" dirty="0"/>
        </a:p>
      </dsp:txBody>
      <dsp:txXfrm>
        <a:off x="5891129" y="615992"/>
        <a:ext cx="1676019" cy="1117346"/>
      </dsp:txXfrm>
    </dsp:sp>
    <dsp:sp modelId="{D7A069F0-DF29-47F8-B481-157D42E0279A}">
      <dsp:nvSpPr>
        <dsp:cNvPr id="0" name=""/>
        <dsp:cNvSpPr/>
      </dsp:nvSpPr>
      <dsp:spPr>
        <a:xfrm>
          <a:off x="2178" y="2036233"/>
          <a:ext cx="3365499" cy="134619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POC TO GO</a:t>
          </a:r>
        </a:p>
      </dsp:txBody>
      <dsp:txXfrm>
        <a:off x="675278" y="2036233"/>
        <a:ext cx="2019300" cy="1346199"/>
      </dsp:txXfrm>
    </dsp:sp>
    <dsp:sp modelId="{95B9E1FC-8A04-472C-91C9-A4C5B3818B21}">
      <dsp:nvSpPr>
        <dsp:cNvPr id="0" name=""/>
        <dsp:cNvSpPr/>
      </dsp:nvSpPr>
      <dsp:spPr>
        <a:xfrm>
          <a:off x="2930163" y="2150660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IDF </a:t>
          </a:r>
          <a:r>
            <a:rPr lang="en-GB" sz="2300" kern="1200" dirty="0" err="1"/>
            <a:t>Innofounder</a:t>
          </a:r>
          <a:r>
            <a:rPr lang="en-GB" sz="2300" kern="1200" dirty="0"/>
            <a:t>  </a:t>
          </a:r>
        </a:p>
      </dsp:txBody>
      <dsp:txXfrm>
        <a:off x="3488836" y="2150660"/>
        <a:ext cx="1676019" cy="1117346"/>
      </dsp:txXfrm>
    </dsp:sp>
    <dsp:sp modelId="{8E0A2CC5-49D6-4159-8F5E-A5DF73BC3F41}">
      <dsp:nvSpPr>
        <dsp:cNvPr id="0" name=""/>
        <dsp:cNvSpPr/>
      </dsp:nvSpPr>
      <dsp:spPr>
        <a:xfrm>
          <a:off x="5332456" y="2150660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IDF </a:t>
          </a:r>
          <a:r>
            <a:rPr lang="en-GB" sz="2300" kern="1200" dirty="0" err="1"/>
            <a:t>Innobooster</a:t>
          </a:r>
          <a:r>
            <a:rPr lang="en-GB" sz="2300" kern="1200" dirty="0"/>
            <a:t> </a:t>
          </a:r>
        </a:p>
      </dsp:txBody>
      <dsp:txXfrm>
        <a:off x="5891129" y="2150660"/>
        <a:ext cx="1676019" cy="1117346"/>
      </dsp:txXfrm>
    </dsp:sp>
    <dsp:sp modelId="{3557C6A3-C787-445B-A0A0-3CDBAFA8F4B5}">
      <dsp:nvSpPr>
        <dsp:cNvPr id="0" name=""/>
        <dsp:cNvSpPr/>
      </dsp:nvSpPr>
      <dsp:spPr>
        <a:xfrm>
          <a:off x="2178" y="3570901"/>
          <a:ext cx="3365499" cy="134619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NNF Pioneer Innovator Grant</a:t>
          </a:r>
        </a:p>
      </dsp:txBody>
      <dsp:txXfrm>
        <a:off x="675278" y="3570901"/>
        <a:ext cx="2019300" cy="1346199"/>
      </dsp:txXfrm>
    </dsp:sp>
    <dsp:sp modelId="{409E8011-608F-49A0-94D4-12A2D71E0D91}">
      <dsp:nvSpPr>
        <dsp:cNvPr id="0" name=""/>
        <dsp:cNvSpPr/>
      </dsp:nvSpPr>
      <dsp:spPr>
        <a:xfrm>
          <a:off x="2930163" y="3685328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POC TO GO </a:t>
          </a:r>
        </a:p>
      </dsp:txBody>
      <dsp:txXfrm>
        <a:off x="3488836" y="3685328"/>
        <a:ext cx="1676019" cy="1117346"/>
      </dsp:txXfrm>
    </dsp:sp>
    <dsp:sp modelId="{F63A6882-32D5-494D-94A3-5CA3FE22EBA5}">
      <dsp:nvSpPr>
        <dsp:cNvPr id="0" name=""/>
        <dsp:cNvSpPr/>
      </dsp:nvSpPr>
      <dsp:spPr>
        <a:xfrm>
          <a:off x="5332456" y="3685328"/>
          <a:ext cx="2793365" cy="1117346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POC MAX</a:t>
          </a:r>
        </a:p>
      </dsp:txBody>
      <dsp:txXfrm>
        <a:off x="5891129" y="3685328"/>
        <a:ext cx="1676019" cy="11173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81B6B-051E-4C64-BDC7-60471759B1B5}">
      <dsp:nvSpPr>
        <dsp:cNvPr id="0" name=""/>
        <dsp:cNvSpPr/>
      </dsp:nvSpPr>
      <dsp:spPr>
        <a:xfrm>
          <a:off x="9143" y="0"/>
          <a:ext cx="4424734" cy="1090511"/>
        </a:xfrm>
        <a:prstGeom prst="chevron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+mj-lt"/>
              <a:cs typeface="Calibri" panose="020F0502020204030204" pitchFamily="34" charset="0"/>
            </a:rPr>
            <a:t>Project idea and partners</a:t>
          </a:r>
        </a:p>
      </dsp:txBody>
      <dsp:txXfrm>
        <a:off x="554399" y="0"/>
        <a:ext cx="3334223" cy="1090511"/>
      </dsp:txXfrm>
    </dsp:sp>
    <dsp:sp modelId="{0B90FAC6-6B82-424D-AD56-BEAB6D2B8A0C}">
      <dsp:nvSpPr>
        <dsp:cNvPr id="0" name=""/>
        <dsp:cNvSpPr/>
      </dsp:nvSpPr>
      <dsp:spPr>
        <a:xfrm>
          <a:off x="4034233" y="0"/>
          <a:ext cx="3298965" cy="1090511"/>
        </a:xfrm>
        <a:prstGeom prst="chevron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baseline="0" dirty="0">
              <a:latin typeface="+mj-lt"/>
              <a:cs typeface="Calibri" panose="020F0502020204030204" pitchFamily="34" charset="0"/>
            </a:rPr>
            <a:t>Impact and design</a:t>
          </a:r>
        </a:p>
      </dsp:txBody>
      <dsp:txXfrm>
        <a:off x="4579489" y="0"/>
        <a:ext cx="2208454" cy="1090511"/>
      </dsp:txXfrm>
    </dsp:sp>
    <dsp:sp modelId="{CE4806E0-8CAF-4B11-9DB7-7B6A61EA0E30}">
      <dsp:nvSpPr>
        <dsp:cNvPr id="0" name=""/>
        <dsp:cNvSpPr/>
      </dsp:nvSpPr>
      <dsp:spPr>
        <a:xfrm>
          <a:off x="6942697" y="0"/>
          <a:ext cx="3911229" cy="1090511"/>
        </a:xfrm>
        <a:prstGeom prst="chevron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+mj-lt"/>
              <a:cs typeface="Calibri" panose="020F0502020204030204" pitchFamily="34" charset="0"/>
            </a:rPr>
            <a:t>Writing proposal</a:t>
          </a:r>
        </a:p>
      </dsp:txBody>
      <dsp:txXfrm>
        <a:off x="7487953" y="0"/>
        <a:ext cx="2820718" cy="10905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F26BC-09B6-4096-84DC-5C93F7E9BD96}">
      <dsp:nvSpPr>
        <dsp:cNvPr id="0" name=""/>
        <dsp:cNvSpPr/>
      </dsp:nvSpPr>
      <dsp:spPr>
        <a:xfrm>
          <a:off x="6267" y="2187095"/>
          <a:ext cx="1267452" cy="506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ptos Display" panose="02110004020202020204"/>
            </a:rPr>
            <a:t>TRL </a:t>
          </a:r>
          <a:endParaRPr lang="en-US" sz="1600" b="1" kern="1200" dirty="0"/>
        </a:p>
      </dsp:txBody>
      <dsp:txXfrm>
        <a:off x="259757" y="2187095"/>
        <a:ext cx="760472" cy="506980"/>
      </dsp:txXfrm>
    </dsp:sp>
    <dsp:sp modelId="{168CE0EC-544B-4C5B-B69E-778F343297EF}">
      <dsp:nvSpPr>
        <dsp:cNvPr id="0" name=""/>
        <dsp:cNvSpPr/>
      </dsp:nvSpPr>
      <dsp:spPr>
        <a:xfrm>
          <a:off x="1097934" y="2230188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1</a:t>
          </a:r>
          <a:endParaRPr lang="en-US" sz="1600" kern="1200" dirty="0"/>
        </a:p>
      </dsp:txBody>
      <dsp:txXfrm>
        <a:off x="1308331" y="2230188"/>
        <a:ext cx="631191" cy="420794"/>
      </dsp:txXfrm>
    </dsp:sp>
    <dsp:sp modelId="{D144F525-4E65-420D-917B-325CE37FEA10}">
      <dsp:nvSpPr>
        <dsp:cNvPr id="0" name=""/>
        <dsp:cNvSpPr/>
      </dsp:nvSpPr>
      <dsp:spPr>
        <a:xfrm>
          <a:off x="2013658" y="2230188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2</a:t>
          </a:r>
        </a:p>
      </dsp:txBody>
      <dsp:txXfrm>
        <a:off x="2224055" y="2230188"/>
        <a:ext cx="631191" cy="420794"/>
      </dsp:txXfrm>
    </dsp:sp>
    <dsp:sp modelId="{806B1C47-1175-4FD3-80BA-43DA43DF3A00}">
      <dsp:nvSpPr>
        <dsp:cNvPr id="0" name=""/>
        <dsp:cNvSpPr/>
      </dsp:nvSpPr>
      <dsp:spPr>
        <a:xfrm>
          <a:off x="2918366" y="2230188"/>
          <a:ext cx="1051985" cy="420794"/>
        </a:xfrm>
        <a:prstGeom prst="chevron">
          <a:avLst/>
        </a:prstGeom>
        <a:solidFill>
          <a:schemeClr val="accent2">
            <a:lumMod val="20000"/>
            <a:lumOff val="8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3</a:t>
          </a:r>
          <a:endParaRPr lang="en-US" sz="1600" kern="1200" dirty="0"/>
        </a:p>
      </dsp:txBody>
      <dsp:txXfrm>
        <a:off x="3128763" y="2230188"/>
        <a:ext cx="631191" cy="420794"/>
      </dsp:txXfrm>
    </dsp:sp>
    <dsp:sp modelId="{BB048008-E446-48C8-A9DA-1E2B6F4D62F8}">
      <dsp:nvSpPr>
        <dsp:cNvPr id="0" name=""/>
        <dsp:cNvSpPr/>
      </dsp:nvSpPr>
      <dsp:spPr>
        <a:xfrm>
          <a:off x="3823073" y="2230188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4</a:t>
          </a:r>
        </a:p>
      </dsp:txBody>
      <dsp:txXfrm>
        <a:off x="4033470" y="2230188"/>
        <a:ext cx="631191" cy="420794"/>
      </dsp:txXfrm>
    </dsp:sp>
    <dsp:sp modelId="{64A61E5A-602A-451D-B43E-D1DD5AE2B131}">
      <dsp:nvSpPr>
        <dsp:cNvPr id="0" name=""/>
        <dsp:cNvSpPr/>
      </dsp:nvSpPr>
      <dsp:spPr>
        <a:xfrm>
          <a:off x="4727781" y="2230188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5</a:t>
          </a:r>
        </a:p>
      </dsp:txBody>
      <dsp:txXfrm>
        <a:off x="4938178" y="2230188"/>
        <a:ext cx="631191" cy="420794"/>
      </dsp:txXfrm>
    </dsp:sp>
    <dsp:sp modelId="{C69A67DF-BB13-4D40-BB61-588B231F6A20}">
      <dsp:nvSpPr>
        <dsp:cNvPr id="0" name=""/>
        <dsp:cNvSpPr/>
      </dsp:nvSpPr>
      <dsp:spPr>
        <a:xfrm>
          <a:off x="5632488" y="2230188"/>
          <a:ext cx="1051985" cy="420794"/>
        </a:xfrm>
        <a:prstGeom prst="chevron">
          <a:avLst/>
        </a:prstGeom>
        <a:solidFill>
          <a:schemeClr val="accent2">
            <a:lumMod val="40000"/>
            <a:lumOff val="6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6</a:t>
          </a:r>
        </a:p>
      </dsp:txBody>
      <dsp:txXfrm>
        <a:off x="5842885" y="2230188"/>
        <a:ext cx="631191" cy="420794"/>
      </dsp:txXfrm>
    </dsp:sp>
    <dsp:sp modelId="{21C4A0AC-6A06-49FD-A0B2-83823D24FE3A}">
      <dsp:nvSpPr>
        <dsp:cNvPr id="0" name=""/>
        <dsp:cNvSpPr/>
      </dsp:nvSpPr>
      <dsp:spPr>
        <a:xfrm>
          <a:off x="6537196" y="2230188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7</a:t>
          </a:r>
        </a:p>
      </dsp:txBody>
      <dsp:txXfrm>
        <a:off x="6747593" y="2230188"/>
        <a:ext cx="631191" cy="420794"/>
      </dsp:txXfrm>
    </dsp:sp>
    <dsp:sp modelId="{9DAD6CA6-E009-4FE0-9EA9-E8BC0F37BF71}">
      <dsp:nvSpPr>
        <dsp:cNvPr id="0" name=""/>
        <dsp:cNvSpPr/>
      </dsp:nvSpPr>
      <dsp:spPr>
        <a:xfrm>
          <a:off x="7441903" y="2230188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8</a:t>
          </a:r>
        </a:p>
      </dsp:txBody>
      <dsp:txXfrm>
        <a:off x="7652300" y="2230188"/>
        <a:ext cx="631191" cy="420794"/>
      </dsp:txXfrm>
    </dsp:sp>
    <dsp:sp modelId="{2410AE7B-0AEE-476A-AFE0-3F3DC942F3A3}">
      <dsp:nvSpPr>
        <dsp:cNvPr id="0" name=""/>
        <dsp:cNvSpPr/>
      </dsp:nvSpPr>
      <dsp:spPr>
        <a:xfrm>
          <a:off x="8346611" y="2230188"/>
          <a:ext cx="1051985" cy="420794"/>
        </a:xfrm>
        <a:prstGeom prst="chevron">
          <a:avLst/>
        </a:prstGeom>
        <a:solidFill>
          <a:schemeClr val="accent2">
            <a:lumMod val="60000"/>
            <a:lumOff val="4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9</a:t>
          </a:r>
        </a:p>
      </dsp:txBody>
      <dsp:txXfrm>
        <a:off x="8557008" y="2230188"/>
        <a:ext cx="631191" cy="420794"/>
      </dsp:txXfrm>
    </dsp:sp>
    <dsp:sp modelId="{EDE69B16-1538-46A8-ABC8-701AD05EC2B5}">
      <dsp:nvSpPr>
        <dsp:cNvPr id="0" name=""/>
        <dsp:cNvSpPr/>
      </dsp:nvSpPr>
      <dsp:spPr>
        <a:xfrm>
          <a:off x="6267" y="2765053"/>
          <a:ext cx="1267452" cy="506980"/>
        </a:xfrm>
        <a:prstGeom prst="chevron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0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 dirty="0">
            <a:latin typeface="Aptos Display" panose="02110004020202020204"/>
          </a:endParaRPr>
        </a:p>
      </dsp:txBody>
      <dsp:txXfrm>
        <a:off x="259757" y="2765053"/>
        <a:ext cx="760472" cy="506980"/>
      </dsp:txXfrm>
    </dsp:sp>
    <dsp:sp modelId="{A3DEA4A3-74FF-4BC9-BCD0-B56DBE8674DE}">
      <dsp:nvSpPr>
        <dsp:cNvPr id="0" name=""/>
        <dsp:cNvSpPr/>
      </dsp:nvSpPr>
      <dsp:spPr>
        <a:xfrm>
          <a:off x="6267" y="3343012"/>
          <a:ext cx="1267452" cy="506980"/>
        </a:xfrm>
        <a:prstGeom prst="chevron">
          <a:avLst/>
        </a:prstGeom>
        <a:solidFill>
          <a:schemeClr val="bg1">
            <a:lumMod val="50000"/>
            <a:lumOff val="5000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ptos Display" panose="02110004020202020204"/>
            </a:rPr>
            <a:t>SRL</a:t>
          </a:r>
          <a:endParaRPr lang="en-US" sz="1600" b="1" kern="1200" dirty="0"/>
        </a:p>
      </dsp:txBody>
      <dsp:txXfrm>
        <a:off x="259757" y="3343012"/>
        <a:ext cx="760472" cy="506980"/>
      </dsp:txXfrm>
    </dsp:sp>
    <dsp:sp modelId="{8B80E22C-0F2F-4061-832B-1D19C9C23333}">
      <dsp:nvSpPr>
        <dsp:cNvPr id="0" name=""/>
        <dsp:cNvSpPr/>
      </dsp:nvSpPr>
      <dsp:spPr>
        <a:xfrm>
          <a:off x="1108951" y="3386105"/>
          <a:ext cx="1051985" cy="420794"/>
        </a:xfrm>
        <a:prstGeom prst="chevron">
          <a:avLst/>
        </a:prstGeom>
        <a:solidFill>
          <a:schemeClr val="bg2">
            <a:lumMod val="60000"/>
            <a:lumOff val="4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  <a:ea typeface="Calibri"/>
              <a:cs typeface="Calibri"/>
            </a:rPr>
            <a:t>1</a:t>
          </a:r>
        </a:p>
      </dsp:txBody>
      <dsp:txXfrm>
        <a:off x="1319348" y="3386105"/>
        <a:ext cx="631191" cy="420794"/>
      </dsp:txXfrm>
    </dsp:sp>
    <dsp:sp modelId="{BD1E27AD-2505-4828-B6CD-AD79109BD9BE}">
      <dsp:nvSpPr>
        <dsp:cNvPr id="0" name=""/>
        <dsp:cNvSpPr/>
      </dsp:nvSpPr>
      <dsp:spPr>
        <a:xfrm>
          <a:off x="2013658" y="3386105"/>
          <a:ext cx="1051985" cy="420794"/>
        </a:xfrm>
        <a:prstGeom prst="chevron">
          <a:avLst/>
        </a:prstGeom>
        <a:solidFill>
          <a:schemeClr val="bg2">
            <a:lumMod val="60000"/>
            <a:lumOff val="4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  <a:ea typeface="Calibri"/>
              <a:cs typeface="Calibri"/>
            </a:rPr>
            <a:t>2</a:t>
          </a:r>
        </a:p>
      </dsp:txBody>
      <dsp:txXfrm>
        <a:off x="2224055" y="3386105"/>
        <a:ext cx="631191" cy="420794"/>
      </dsp:txXfrm>
    </dsp:sp>
    <dsp:sp modelId="{346FB1F5-B771-4540-B590-443F393962A6}">
      <dsp:nvSpPr>
        <dsp:cNvPr id="0" name=""/>
        <dsp:cNvSpPr/>
      </dsp:nvSpPr>
      <dsp:spPr>
        <a:xfrm>
          <a:off x="2918366" y="3386105"/>
          <a:ext cx="1051985" cy="420794"/>
        </a:xfrm>
        <a:prstGeom prst="chevron">
          <a:avLst/>
        </a:prstGeom>
        <a:solidFill>
          <a:schemeClr val="bg2">
            <a:lumMod val="60000"/>
            <a:lumOff val="4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  <a:ea typeface="Calibri"/>
              <a:cs typeface="Calibri"/>
            </a:rPr>
            <a:t>3</a:t>
          </a:r>
        </a:p>
      </dsp:txBody>
      <dsp:txXfrm>
        <a:off x="3128763" y="3386105"/>
        <a:ext cx="631191" cy="420794"/>
      </dsp:txXfrm>
    </dsp:sp>
    <dsp:sp modelId="{87D403FE-3999-416B-91E8-00DF799DC28A}">
      <dsp:nvSpPr>
        <dsp:cNvPr id="0" name=""/>
        <dsp:cNvSpPr/>
      </dsp:nvSpPr>
      <dsp:spPr>
        <a:xfrm>
          <a:off x="3823073" y="3386105"/>
          <a:ext cx="1051985" cy="420794"/>
        </a:xfrm>
        <a:prstGeom prst="chevron">
          <a:avLst/>
        </a:prstGeom>
        <a:solidFill>
          <a:schemeClr val="bg2">
            <a:lumMod val="75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  <a:ea typeface="Calibri"/>
              <a:cs typeface="Calibri"/>
            </a:rPr>
            <a:t>4</a:t>
          </a:r>
        </a:p>
      </dsp:txBody>
      <dsp:txXfrm>
        <a:off x="4033470" y="3386105"/>
        <a:ext cx="631191" cy="420794"/>
      </dsp:txXfrm>
    </dsp:sp>
    <dsp:sp modelId="{B035D5D5-9614-423C-A235-ACD9DFDC44D7}">
      <dsp:nvSpPr>
        <dsp:cNvPr id="0" name=""/>
        <dsp:cNvSpPr/>
      </dsp:nvSpPr>
      <dsp:spPr>
        <a:xfrm>
          <a:off x="4727781" y="3386105"/>
          <a:ext cx="1051985" cy="420794"/>
        </a:xfrm>
        <a:prstGeom prst="chevron">
          <a:avLst/>
        </a:prstGeom>
        <a:solidFill>
          <a:schemeClr val="bg2">
            <a:lumMod val="75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5</a:t>
          </a:r>
        </a:p>
      </dsp:txBody>
      <dsp:txXfrm>
        <a:off x="4938178" y="3386105"/>
        <a:ext cx="631191" cy="420794"/>
      </dsp:txXfrm>
    </dsp:sp>
    <dsp:sp modelId="{1E4015A9-8D1C-4387-9923-4C52E8743344}">
      <dsp:nvSpPr>
        <dsp:cNvPr id="0" name=""/>
        <dsp:cNvSpPr/>
      </dsp:nvSpPr>
      <dsp:spPr>
        <a:xfrm>
          <a:off x="5632488" y="3386105"/>
          <a:ext cx="1051985" cy="420794"/>
        </a:xfrm>
        <a:prstGeom prst="chevron">
          <a:avLst/>
        </a:prstGeom>
        <a:solidFill>
          <a:schemeClr val="bg2">
            <a:lumMod val="75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  <a:ea typeface="Calibri"/>
              <a:cs typeface="Calibri"/>
            </a:rPr>
            <a:t>6</a:t>
          </a:r>
        </a:p>
      </dsp:txBody>
      <dsp:txXfrm>
        <a:off x="5842885" y="3386105"/>
        <a:ext cx="631191" cy="420794"/>
      </dsp:txXfrm>
    </dsp:sp>
    <dsp:sp modelId="{BCA845DA-6CD5-4F65-9C99-4D0723C809CC}">
      <dsp:nvSpPr>
        <dsp:cNvPr id="0" name=""/>
        <dsp:cNvSpPr/>
      </dsp:nvSpPr>
      <dsp:spPr>
        <a:xfrm>
          <a:off x="6537196" y="3386105"/>
          <a:ext cx="1051985" cy="420794"/>
        </a:xfrm>
        <a:prstGeom prst="chevron">
          <a:avLst/>
        </a:prstGeom>
        <a:solidFill>
          <a:schemeClr val="bg2">
            <a:lumMod val="5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  <a:ea typeface="Calibri"/>
              <a:cs typeface="Calibri"/>
            </a:rPr>
            <a:t>7</a:t>
          </a:r>
        </a:p>
      </dsp:txBody>
      <dsp:txXfrm>
        <a:off x="6747593" y="3386105"/>
        <a:ext cx="631191" cy="420794"/>
      </dsp:txXfrm>
    </dsp:sp>
    <dsp:sp modelId="{4C454A04-4FEE-4DB2-BF6E-AB5D7B452027}">
      <dsp:nvSpPr>
        <dsp:cNvPr id="0" name=""/>
        <dsp:cNvSpPr/>
      </dsp:nvSpPr>
      <dsp:spPr>
        <a:xfrm>
          <a:off x="7441903" y="3386105"/>
          <a:ext cx="1051985" cy="420794"/>
        </a:xfrm>
        <a:prstGeom prst="chevron">
          <a:avLst/>
        </a:prstGeom>
        <a:solidFill>
          <a:schemeClr val="bg2">
            <a:lumMod val="5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  <a:ea typeface="Calibri"/>
              <a:cs typeface="Calibri"/>
            </a:rPr>
            <a:t>8</a:t>
          </a:r>
        </a:p>
      </dsp:txBody>
      <dsp:txXfrm>
        <a:off x="7652300" y="3386105"/>
        <a:ext cx="631191" cy="420794"/>
      </dsp:txXfrm>
    </dsp:sp>
    <dsp:sp modelId="{D2869BB3-DA80-48C5-89E4-92701D5EE938}">
      <dsp:nvSpPr>
        <dsp:cNvPr id="0" name=""/>
        <dsp:cNvSpPr/>
      </dsp:nvSpPr>
      <dsp:spPr>
        <a:xfrm>
          <a:off x="8346611" y="3386105"/>
          <a:ext cx="1051985" cy="420794"/>
        </a:xfrm>
        <a:prstGeom prst="chevron">
          <a:avLst/>
        </a:prstGeom>
        <a:solidFill>
          <a:schemeClr val="bg2">
            <a:lumMod val="5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  <a:ea typeface="Calibri"/>
              <a:cs typeface="Calibri"/>
            </a:rPr>
            <a:t>9</a:t>
          </a:r>
          <a:endParaRPr lang="en-US" sz="1600" kern="1200" dirty="0">
            <a:latin typeface="Aptos Display"/>
          </a:endParaRPr>
        </a:p>
      </dsp:txBody>
      <dsp:txXfrm>
        <a:off x="8557008" y="3386105"/>
        <a:ext cx="631191" cy="420794"/>
      </dsp:txXfrm>
    </dsp:sp>
    <dsp:sp modelId="{BA5D76E5-745B-4CB2-B29F-A494FEADE284}">
      <dsp:nvSpPr>
        <dsp:cNvPr id="0" name=""/>
        <dsp:cNvSpPr/>
      </dsp:nvSpPr>
      <dsp:spPr>
        <a:xfrm>
          <a:off x="6267" y="3920970"/>
          <a:ext cx="1267452" cy="506980"/>
        </a:xfrm>
        <a:prstGeom prst="chevron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Aptos Display"/>
          </a:endParaRPr>
        </a:p>
      </dsp:txBody>
      <dsp:txXfrm>
        <a:off x="259757" y="3920970"/>
        <a:ext cx="760472" cy="506980"/>
      </dsp:txXfrm>
    </dsp:sp>
    <dsp:sp modelId="{3C4C1ACA-5CD5-411F-9B2D-FE3CF42F17AD}">
      <dsp:nvSpPr>
        <dsp:cNvPr id="0" name=""/>
        <dsp:cNvSpPr/>
      </dsp:nvSpPr>
      <dsp:spPr>
        <a:xfrm>
          <a:off x="6267" y="4498928"/>
          <a:ext cx="1267452" cy="506980"/>
        </a:xfrm>
        <a:prstGeom prst="chevron">
          <a:avLst/>
        </a:prstGeom>
        <a:solidFill>
          <a:schemeClr val="bg2">
            <a:lumMod val="50000"/>
            <a:alpha val="9000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ptos Display"/>
            </a:rPr>
            <a:t>IRL</a:t>
          </a:r>
        </a:p>
      </dsp:txBody>
      <dsp:txXfrm>
        <a:off x="259757" y="4498928"/>
        <a:ext cx="760472" cy="506980"/>
      </dsp:txXfrm>
    </dsp:sp>
    <dsp:sp modelId="{F2157426-576C-41A1-BDF3-5D9F0ADFF6D8}">
      <dsp:nvSpPr>
        <dsp:cNvPr id="0" name=""/>
        <dsp:cNvSpPr/>
      </dsp:nvSpPr>
      <dsp:spPr>
        <a:xfrm>
          <a:off x="1108951" y="4542021"/>
          <a:ext cx="1051985" cy="420794"/>
        </a:xfrm>
        <a:prstGeom prst="chevron">
          <a:avLst/>
        </a:prstGeom>
        <a:solidFill>
          <a:schemeClr val="tx2">
            <a:lumMod val="20000"/>
            <a:lumOff val="8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</a:rPr>
            <a:t>1</a:t>
          </a:r>
        </a:p>
      </dsp:txBody>
      <dsp:txXfrm>
        <a:off x="1319348" y="4542021"/>
        <a:ext cx="631191" cy="420794"/>
      </dsp:txXfrm>
    </dsp:sp>
    <dsp:sp modelId="{95E51920-9B53-4D84-8E70-B091CE0A246B}">
      <dsp:nvSpPr>
        <dsp:cNvPr id="0" name=""/>
        <dsp:cNvSpPr/>
      </dsp:nvSpPr>
      <dsp:spPr>
        <a:xfrm>
          <a:off x="2013658" y="4542021"/>
          <a:ext cx="1051985" cy="420794"/>
        </a:xfrm>
        <a:prstGeom prst="chevron">
          <a:avLst/>
        </a:prstGeom>
        <a:solidFill>
          <a:schemeClr val="tx2">
            <a:lumMod val="20000"/>
            <a:lumOff val="8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</a:rPr>
            <a:t>2</a:t>
          </a:r>
        </a:p>
      </dsp:txBody>
      <dsp:txXfrm>
        <a:off x="2224055" y="4542021"/>
        <a:ext cx="631191" cy="420794"/>
      </dsp:txXfrm>
    </dsp:sp>
    <dsp:sp modelId="{8743D5B3-9442-44AA-8608-E5E7B129439B}">
      <dsp:nvSpPr>
        <dsp:cNvPr id="0" name=""/>
        <dsp:cNvSpPr/>
      </dsp:nvSpPr>
      <dsp:spPr>
        <a:xfrm>
          <a:off x="2918366" y="4542021"/>
          <a:ext cx="1051985" cy="420794"/>
        </a:xfrm>
        <a:prstGeom prst="chevron">
          <a:avLst/>
        </a:prstGeom>
        <a:solidFill>
          <a:schemeClr val="tx2">
            <a:lumMod val="20000"/>
            <a:lumOff val="8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</a:rPr>
            <a:t>3</a:t>
          </a:r>
        </a:p>
      </dsp:txBody>
      <dsp:txXfrm>
        <a:off x="3128763" y="4542021"/>
        <a:ext cx="631191" cy="420794"/>
      </dsp:txXfrm>
    </dsp:sp>
    <dsp:sp modelId="{53310918-3705-4A7B-AF33-E7C4507F6F99}">
      <dsp:nvSpPr>
        <dsp:cNvPr id="0" name=""/>
        <dsp:cNvSpPr/>
      </dsp:nvSpPr>
      <dsp:spPr>
        <a:xfrm>
          <a:off x="3823073" y="4542021"/>
          <a:ext cx="1051985" cy="420794"/>
        </a:xfrm>
        <a:prstGeom prst="chevron">
          <a:avLst/>
        </a:prstGeom>
        <a:solidFill>
          <a:schemeClr val="tx2">
            <a:lumMod val="40000"/>
            <a:lumOff val="6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</a:rPr>
            <a:t>4</a:t>
          </a:r>
        </a:p>
      </dsp:txBody>
      <dsp:txXfrm>
        <a:off x="4033470" y="4542021"/>
        <a:ext cx="631191" cy="420794"/>
      </dsp:txXfrm>
    </dsp:sp>
    <dsp:sp modelId="{7A038388-1937-46AC-A850-EA7BCD3E8514}">
      <dsp:nvSpPr>
        <dsp:cNvPr id="0" name=""/>
        <dsp:cNvSpPr/>
      </dsp:nvSpPr>
      <dsp:spPr>
        <a:xfrm>
          <a:off x="4727781" y="4542021"/>
          <a:ext cx="1051985" cy="420794"/>
        </a:xfrm>
        <a:prstGeom prst="chevron">
          <a:avLst/>
        </a:prstGeom>
        <a:solidFill>
          <a:schemeClr val="tx2">
            <a:lumMod val="40000"/>
            <a:lumOff val="6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</a:rPr>
            <a:t>5</a:t>
          </a:r>
        </a:p>
      </dsp:txBody>
      <dsp:txXfrm>
        <a:off x="4938178" y="4542021"/>
        <a:ext cx="631191" cy="420794"/>
      </dsp:txXfrm>
    </dsp:sp>
    <dsp:sp modelId="{E2060C11-3552-4FD2-9B93-76CEBA503157}">
      <dsp:nvSpPr>
        <dsp:cNvPr id="0" name=""/>
        <dsp:cNvSpPr/>
      </dsp:nvSpPr>
      <dsp:spPr>
        <a:xfrm>
          <a:off x="5632488" y="4542021"/>
          <a:ext cx="1051985" cy="420794"/>
        </a:xfrm>
        <a:prstGeom prst="chevron">
          <a:avLst/>
        </a:prstGeom>
        <a:solidFill>
          <a:schemeClr val="tx2">
            <a:lumMod val="40000"/>
            <a:lumOff val="6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</a:rPr>
            <a:t>6</a:t>
          </a:r>
        </a:p>
      </dsp:txBody>
      <dsp:txXfrm>
        <a:off x="5842885" y="4542021"/>
        <a:ext cx="631191" cy="420794"/>
      </dsp:txXfrm>
    </dsp:sp>
    <dsp:sp modelId="{68B680E9-319F-4A02-AFCE-F354B9C6AFE9}">
      <dsp:nvSpPr>
        <dsp:cNvPr id="0" name=""/>
        <dsp:cNvSpPr/>
      </dsp:nvSpPr>
      <dsp:spPr>
        <a:xfrm>
          <a:off x="6537196" y="4542021"/>
          <a:ext cx="1051985" cy="420794"/>
        </a:xfrm>
        <a:prstGeom prst="chevron">
          <a:avLst/>
        </a:prstGeom>
        <a:solidFill>
          <a:schemeClr val="tx2">
            <a:lumMod val="60000"/>
            <a:lumOff val="4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</a:rPr>
            <a:t>7</a:t>
          </a:r>
        </a:p>
      </dsp:txBody>
      <dsp:txXfrm>
        <a:off x="6747593" y="4542021"/>
        <a:ext cx="631191" cy="420794"/>
      </dsp:txXfrm>
    </dsp:sp>
    <dsp:sp modelId="{259577ED-3F01-4ACC-95D7-8D5BC21023D1}">
      <dsp:nvSpPr>
        <dsp:cNvPr id="0" name=""/>
        <dsp:cNvSpPr/>
      </dsp:nvSpPr>
      <dsp:spPr>
        <a:xfrm>
          <a:off x="7441903" y="4542021"/>
          <a:ext cx="1051985" cy="420794"/>
        </a:xfrm>
        <a:prstGeom prst="chevron">
          <a:avLst/>
        </a:prstGeom>
        <a:solidFill>
          <a:schemeClr val="tx2">
            <a:lumMod val="60000"/>
            <a:lumOff val="4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</a:rPr>
            <a:t>8</a:t>
          </a:r>
          <a:endParaRPr lang="en-US" sz="1600" kern="1200" dirty="0">
            <a:latin typeface="Aptos Display"/>
          </a:endParaRPr>
        </a:p>
      </dsp:txBody>
      <dsp:txXfrm>
        <a:off x="7652300" y="4542021"/>
        <a:ext cx="631191" cy="420794"/>
      </dsp:txXfrm>
    </dsp:sp>
    <dsp:sp modelId="{AAAC5CC5-F978-41F0-9F11-B85D18489CCA}">
      <dsp:nvSpPr>
        <dsp:cNvPr id="0" name=""/>
        <dsp:cNvSpPr/>
      </dsp:nvSpPr>
      <dsp:spPr>
        <a:xfrm>
          <a:off x="8346611" y="4542021"/>
          <a:ext cx="1051985" cy="420794"/>
        </a:xfrm>
        <a:prstGeom prst="chevron">
          <a:avLst/>
        </a:prstGeom>
        <a:solidFill>
          <a:schemeClr val="tx2">
            <a:lumMod val="60000"/>
            <a:lumOff val="40000"/>
            <a:alpha val="90000"/>
          </a:schemeClr>
        </a:solidFill>
        <a:ln w="1905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/>
            </a:rPr>
            <a:t>9</a:t>
          </a:r>
        </a:p>
      </dsp:txBody>
      <dsp:txXfrm>
        <a:off x="8557008" y="4542021"/>
        <a:ext cx="631191" cy="420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C53BE-2D59-2E49-A87C-9B7B3B386A71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33006-1C92-4B45-B79A-67E1ADBE11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56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341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548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86047E-453C-4A19-87A2-F660C96FE33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840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2970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
##-AccessibilityAssistant: Skip layout check-##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861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BC4AC-81AC-1C5F-4C94-EEC76CAE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F9E0C-E686-10E9-153A-E8707A35E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B2E9E-95EA-7FD0-B035-DCF6146D5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
##-AccessibilityAssistant: Skip layout check-##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19B3E-AFFA-BA26-B46C-4DD258A25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07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5F5F-E7DA-DE80-AFBE-DDE78F2E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4A111-4B0E-FB01-55B9-9F3C65EC8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2BC40-B5D7-CF3D-08F7-2C1E86744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
##-AccessibilityAssistant: Skip layout check-##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7D66C-4D2A-261F-7F40-669E9DE54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286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9190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0B94-D21A-0409-0DFB-8DF8A75C2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E0A51-3783-F399-5F8F-E01C791E1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FA133-06CF-BA16-9EBA-F9D534406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392F1-2C32-9D21-86A1-50BEC929B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6490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6781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FA36-B31A-8DB0-8998-16BA13B1A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A9DA9-FE69-552B-8076-262FC7BB1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6E268-DB8C-91C9-1E16-372C062FD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AFA62-B9C5-B8D0-1EA2-1E1C34098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787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53C2-2119-8363-225F-C29E5E0F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153AA-9C86-D0AC-7271-DD4751629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A837F-57D1-C2C5-79DE-B30720F87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4AC3B-2EFA-4F61-A105-D12676668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5189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85D22-989D-DF09-D8E9-FA99F5DB3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46BC2-C8CF-03A3-D571-CB601A881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5A303-AB53-F1EB-B632-AFA55BF6B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C0D11-B8B9-682A-50A8-6407660FA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5974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2748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6933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6077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41D3-2464-6E8F-BE2B-EF13D3AC9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60225-80B5-6718-05C3-07B608A84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C0C29-959A-B4E1-DE0A-1027B0B26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7B8FA-1751-6B62-D0FA-FF806A8D2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725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8F62E-0CE4-A6D5-B1F3-23CD52F8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4F6D8-AE95-C697-289D-034FA87A8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A640E-B2EB-CC60-36EB-09E61926B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1A31E-6572-AB93-E2F3-E85639B06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86047E-453C-4A19-87A2-F660C96FE33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1895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A1A6-D347-4382-F7E2-A0F56BF7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CCE4D-A0CF-4948-EFF6-5CDD2378C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9F5BF-2392-F927-F807-8B74BF470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C90FF-CF97-6A1C-160C-53B29E679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2660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1D250-5985-287B-B403-8BE9784B4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301A5-FE99-5F2B-5204-5EEC653B4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215C4-1953-E580-966D-9E5BD51FF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B1840-5701-B7C5-987F-C8556B521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1087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9767-3FD6-C7A5-E393-384D780A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83A72-8FE9-0F36-06AE-6800FDEB2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3ABC5-306C-A9DE-15B2-2BF043891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CA6A4-68A4-FBB6-E5DD-0D2063EAB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68683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80938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CD6C-2AB8-40CA-5157-48CCA7C0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28205-A319-BF79-BB95-1E3F6F1ED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214C6-474E-5B19-B188-1A36F941C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36C2-2FDC-3018-012C-E466EEDF4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1999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9BD08-421A-476F-8E82-972966989C7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725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A105-E49D-3D16-5194-932B5171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E93CD-66E3-4B86-AE09-7B86A11D4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0A6C3-52D9-F8D6-E382-117483D2E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9C93C-90EA-4F84-BDC5-5DAB77A23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1061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2A83-31A3-177E-F4DC-490F6797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6519B-01D4-02F2-0997-DD4169CBD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369D0-DA93-3316-0B49-54D301270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48B02-767E-39A0-AF7B-CBCADA092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32780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4174-9C8E-8031-5CEE-A93F2924D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490ED-053F-7712-E119-BFCE7EAE0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2D008-8866-5306-0E88-AD81E5851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B40C4-9502-9F70-4EE2-145A43BAF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7461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A2032-5855-1127-73E4-6B951628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8ACF9-86AD-ED86-BAD6-3FDE4ED23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67AD5-ED5A-CD98-80B7-B9A755B8A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059D4-640F-0C59-33C8-1D5B0C9D0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97254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D7900-C6A1-5B30-E110-E9DBD645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D6FA9-5875-EBCD-8BD1-02DA05351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E2A82-5087-6DB0-B98C-353D65FE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36353-F6A2-2217-949F-9796EFDF0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6355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9BD08-421A-476F-8E82-972966989C7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7256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797A-6635-47F1-6D72-F6D38F1F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F4703-CE8A-EFDA-B614-46EBDFF67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59FEF-ED60-6F2B-3973-33D700875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7F0E4-A410-AD6F-AA97-8487A1683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3451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AFC02-5290-A7D3-7078-3404D3F7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C9BDF-E3F1-C478-2F20-6D28DB037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39732-A1D7-6BF5-AF3D-25D431FBA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4CCA8-846C-EF45-19E1-3CC6835A8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86047E-453C-4A19-87A2-F660C96FE33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2061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83DC1-6C98-3E8F-4F4A-60C8BCCE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E49D1-860D-A881-D2DC-5CE4D862E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D2A46-C53C-D1BE-F32C-59A48AB93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B2EA5-72A8-266D-2DEA-F449DAED7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9BD08-421A-476F-8E82-972966989C70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07001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9BD08-421A-476F-8E82-972966989C7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7256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5F6B-88DB-2F82-8356-8F47ABD9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49641-1C44-3710-1B99-6E91D9024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D3B23-DDD1-B406-A852-BC154F152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39D80-7345-EB33-B2B5-E1A391258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4128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10F4-A969-9BFD-F484-99B95C05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E411D-53D0-C3BC-BC40-11C038562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6066E-3D62-9828-6ADD-3C1F84E32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653D1-16EF-DDEB-B298-D1EEB3494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4252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D0B8-2217-813E-A7A7-C6A142409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1987E-56DC-CAB7-1CDD-54CD75029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7298A-1003-95E0-1EF9-3AC128ED4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243DD-EBC0-0D92-3939-E8AC28A1A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67172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F9C74-EE2C-C17B-6AF1-4462D1DA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181F3-15A6-B56D-E2CD-4799ED67B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CA69A-3128-87E1-8D7C-C78CA224F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DB34B-3132-C99F-116B-2BA322551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1650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79A64-B0C0-0898-DE8C-52614407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5B207-A1C0-AE8F-4DF5-851835F90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48ECF-E6D1-3DEE-74A1-ED7BC7485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3DE1A-EEC8-8896-102F-08B62C7BF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7332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3C8D-A62C-2867-4850-CFF78FB33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61D44-1872-3A85-EB9A-55F64E6E4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06879-E7E9-D0FA-52D1-F64AEEB8D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0F414-C8A3-ACA6-5F19-9A304C84C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1175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CABB2-9EA2-14FB-99BA-0F33D353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4D57F-CE51-71D7-A50B-1BC5CCEF7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31855-4C19-92D7-D72C-4A279F876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47B56-ED7F-E6CB-E03A-27CF60AE6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8182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593E-0411-985D-858E-4E9DF4CBA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FE877-39F7-68CF-679F-3A51A68E5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BDDEF-4AC0-0A20-0FE1-4CC67C09A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9740E-4B3B-8935-D744-6CF4544E3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53257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29A5-C461-6317-5BAB-950E1359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EA9FA-F196-3C8C-8487-64CC7CA4E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5971C-A82F-1860-446F-240053F27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5E90C-42C9-8D5C-270F-17AC691BC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43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01017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4E11-330B-517B-4424-B1FE8A9F5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ED5B2-B0D9-E4A3-196E-A500CD869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5BE06-BBCE-DA1E-4005-F2623FFA2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47A78-B4DE-AB1B-3928-9EA10C121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8125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6446F-DA9E-29C1-F2A1-C4605A50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24630-B97F-9EA9-1866-9F3D4A3B7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01997-E4AE-AE25-DBF2-EEC75D186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F3025-ECB5-386B-C5BE-1346E92D4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4494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596A-5E09-E299-788F-6AD9E8D0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880CA-CB38-3082-1D21-356757C2B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D237F-8D88-CF72-5A3D-30B8F8900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153FB-6228-A9AF-2C12-B43D30FC9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0403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B4C4-784B-244A-A42E-AB94E0A7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67E4D-ED42-1CE4-206A-1FBACA952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2A7C4-39BD-29C6-9397-9EFC6BFD2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05F3A-8ACB-157C-48FE-2ABC9E3F5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1766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C39B9-E1E8-BB20-52EF-6FD4F3920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D5A89-7E61-64C5-D39B-4EF0F8D46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2668B-4BDD-AAA9-E02C-8D933F197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4D3EA-88C8-2F87-EF49-3A5951178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9BD08-421A-476F-8E82-972966989C7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6535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46F61-6E2B-5574-D692-7B2C1FD3A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F6E82-9554-2F07-654A-DDC028733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10A46-E132-C206-E000-3BD13F10B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D6DEE-A445-21B7-460F-237946C01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49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94059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E822-02D2-5BA7-0411-2CCF9340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B99DD-D9B9-BD76-48F7-C7A7FB7C9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78B00-B971-23AB-9B7D-3D7ABD86C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SCIFI + EU office + dept taps</a:t>
            </a:r>
          </a:p>
          <a:p>
            <a:r>
              <a:rPr lang="en-GB"/>
              <a:t>3 MAIN Support areas</a:t>
            </a:r>
          </a:p>
          <a:p>
            <a:r>
              <a:rPr lang="en-GB"/>
              <a:t>Head of section: Chris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F6244-B3AF-099C-7AB2-65A893329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4548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F4CA-ACB5-CB6B-9C4C-0A5AFEC79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C52C6-E4BE-7D52-188E-C849837E9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FB881-6382-3A09-5ED6-69B0544E7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213B3-F141-2E7D-C9BB-3B8A72BDC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0323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8F07-AADE-C7C6-735D-4362B51B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F80F4-65FF-D090-B789-2E81064C5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1F510-4B62-790E-AB36-E8BD49818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3F346-A3E2-5312-BDD4-2A2EEA3F6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33006-1C92-4B45-B79A-67E1ADBE119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9094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Kirsten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36F85-577F-4A92-A47F-D540A2BCC8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8184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5F03-0F61-6642-54C6-7C3323D7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186A0-1C92-1BC2-0982-1C4F00DFD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7D177-E265-B125-206A-F232C80B0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C5EBC-C984-41AF-1B29-5F003D3F5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54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34668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6047E-453C-4A19-87A2-F660C96FE337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84097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56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49452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C6A2C-A745-8A85-1EFF-581EFB121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8196F-8472-22E6-5797-BB8BF42FE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5A865-3EBD-9CB7-80C7-BCB0A25F0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21827-C6B9-81A1-971A-591409BD5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57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27705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C142-C6D1-A103-F720-814C4961E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74055-D10A-85F1-377B-22DC54CAF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E564A-688D-AC29-2E25-AE129A7B5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2EB03-4991-CD27-EA14-9AAD15394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58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5087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86047E-453C-4A19-87A2-F660C96FE33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46693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DCD6-E570-5A39-69A8-9383089C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5BC23-5683-9A48-27A6-409D4E357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04D17-7FB4-E85D-7C17-F0A2C173C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E8402-99E3-1BF4-B7F2-3AD38392A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86047E-453C-4A19-87A2-F660C96FE33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400712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6AC7-54F5-DF31-736B-871320F04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94E35-8600-F619-76C1-E9B6AB825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9806F-391C-AC09-9818-A3870F421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B81D0-8053-7E96-19D2-A7C9CD462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86047E-453C-4A19-87A2-F660C96FE33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77194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300B4-664F-14BA-470E-F4A88FC4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CA8F9-6D75-D81E-4C35-6A6D83CD2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575E5-6F99-EAC7-D014-C7B434038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2BD69-FCD6-C109-EAB1-E2F0AFC9B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62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930840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945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hyperlink" Target="http://www.designguide.ku.dk/skabeloner/powerpoint/praesentationer/" TargetMode="External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image.ku.dk/shared/hWmEPPfgximErBNWW58CxRIZfLkOMC9n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nal/Corporate Focus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495ACF2-B1DA-EE48-38AF-CC8BCD128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5937142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404257" y="6226880"/>
            <a:ext cx="2065338" cy="15882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6"/>
              </a:lnSpc>
            </a:pPr>
            <a:r>
              <a:rPr lang="en-GB"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PRESENTATION</a:t>
            </a:r>
            <a:endParaRPr lang="en-GB" sz="1600" b="1" i="0" cap="all" spc="0" baseline="0" dirty="0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C5F633D-9A8B-16B6-0DA6-684420C9B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257" y="6399132"/>
            <a:ext cx="2065338" cy="16187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Month  &amp; Year</a:t>
            </a:r>
            <a:endParaRPr lang="en-GB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49073A7-4DFC-0344-CAE5-EA5EB3D4A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1547" y="6399132"/>
            <a:ext cx="5753207" cy="16187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Speaker(s)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2FA8CDA-6BF5-DC8E-FEEB-2A7759165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1546" y="6166530"/>
            <a:ext cx="5753207" cy="16187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DEPARTMENT/SECTION/TITLE</a:t>
            </a:r>
            <a:endParaRPr lang="en-GB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252740" y="5710643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371140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/Researcher Focus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404257" y="6226880"/>
            <a:ext cx="2065338" cy="15882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6"/>
              </a:lnSpc>
            </a:pPr>
            <a:r>
              <a:rPr lang="en-GB"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PRESENTATION</a:t>
            </a:r>
            <a:endParaRPr lang="en-GB" sz="1600" b="1" i="0" cap="all" spc="0" baseline="0" dirty="0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C5F633D-9A8B-16B6-0DA6-684420C9B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257" y="6399132"/>
            <a:ext cx="2065338" cy="16187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Month  &amp; Year</a:t>
            </a:r>
            <a:endParaRPr lang="en-GB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49073A7-4DFC-0344-CAE5-EA5EB3D4A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1547" y="6399132"/>
            <a:ext cx="5753207" cy="16187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Speaker(s)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2FA8CDA-6BF5-DC8E-FEEB-2A7759165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1546" y="6166530"/>
            <a:ext cx="5753207" cy="16187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DEPARTMENT/SECTION/TITLE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1F3F3-C64B-A3EF-9726-A6D37E5472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5497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A30FD5-A1F4-E969-CE5E-B6C043E741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5937956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252740" y="5710643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013732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 Focus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6FB1C1-3BA8-0641-B113-6F83B35C11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5937956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404257" y="6226880"/>
            <a:ext cx="2065338" cy="158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16"/>
              </a:lnSpc>
            </a:pPr>
            <a:r>
              <a:rPr lang="en-GB"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PRESENTATION</a:t>
            </a:r>
            <a:endParaRPr lang="en-GB" sz="1600" b="1" i="0" cap="all" spc="0" baseline="0" dirty="0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C5F633D-9A8B-16B6-0DA6-684420C9B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257" y="6399132"/>
            <a:ext cx="2065338" cy="1618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Month  &amp; Year</a:t>
            </a:r>
            <a:endParaRPr lang="en-GB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49073A7-4DFC-0344-CAE5-EA5EB3D4A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1547" y="6399132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Speaker(s)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2FA8CDA-6BF5-DC8E-FEEB-2A7759165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1546" y="6166530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DEPARTMENT/SECTION/TITLE</a:t>
            </a:r>
            <a:endParaRPr lang="en-GB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252740" y="5710643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094883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173717" y="5575175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F8C8CA1-7ADE-92BC-CE5F-7CBB0C98B4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422" y="2829078"/>
            <a:ext cx="11933158" cy="1674419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2000" b="1" i="0" cap="all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</a:lstStyle>
          <a:p>
            <a:pPr lvl="0"/>
            <a:r>
              <a:rPr lang="en-GB"/>
              <a:t>PRESENTATION</a:t>
            </a:r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788079" y="5938502"/>
            <a:ext cx="2065338" cy="15215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6"/>
              </a:lnSpc>
            </a:pPr>
            <a:r>
              <a:rPr lang="en-GB" sz="1400" b="1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PRESENTATION</a:t>
            </a:r>
            <a:endParaRPr lang="en-GB" sz="1400" b="1" i="0" cap="all" spc="0" baseline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D81ADDE-F544-F6C8-780D-93D2C5F485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421" y="1312382"/>
            <a:ext cx="11933158" cy="1674419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3600" b="1" i="0" cap="all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</a:lstStyle>
          <a:p>
            <a:pPr lvl="0"/>
            <a:r>
              <a:rPr lang="en-GB"/>
              <a:t>TITLE OF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C5F633D-9A8B-16B6-0DA6-684420C9B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079" y="6069189"/>
            <a:ext cx="2065338" cy="1618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4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Month  &amp; Year</a:t>
            </a:r>
            <a:endParaRPr lang="en-GB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49073A7-4DFC-0344-CAE5-EA5EB3D4A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4292" y="6069189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4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Speaker(s)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2FA8CDA-6BF5-DC8E-FEEB-2A7759165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4291" y="5878152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400" b="1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DEPARTMENT AND/OR SECTION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340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9EB7C9-C565-114E-7E00-8A16AF9FF88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11">
            <a:extLst>
              <a:ext uri="{FF2B5EF4-FFF2-40B4-BE49-F238E27FC236}">
                <a16:creationId xmlns:a16="http://schemas.microsoft.com/office/drawing/2014/main" id="{5A998B88-0D3B-DBEE-1163-A54ED209BC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7592B17C-6A29-E6EA-9B26-2B06C0350B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32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E8F342-DD53-FB35-8D0F-638943BBD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3"/>
            <a:ext cx="10976182" cy="59227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65D90329-AC0E-151A-56F9-671BF8480F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39089040-750E-CE8E-C2D7-2D299B51F4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53DDB1B2-6F3E-C4D3-973A-24988D689B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AA7240-3F7A-7A65-1FFF-D5120BB96CE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DD8DDC4-31D3-5958-47C4-D6E8CD3CB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2"/>
            <a:ext cx="10972802" cy="592280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27E9FE4-4ECB-4A6E-A8B6-A8899932C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F340FB-61BF-7C6A-779B-4BCBD62D2E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10972801" cy="3984625"/>
          </a:xfr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3F6ADE1F-CE43-F342-D572-39DB1280DC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8F618BBC-ECA7-84F0-D6C6-5F97E6C47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89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Text + 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9DF3289-F632-16DF-896B-6BE9F60505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9E552A4-E334-2AF4-3DC9-BEC5F057D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6C68C7-3E16-AB97-DC20-77DEB104BD96}"/>
              </a:ext>
            </a:extLst>
          </p:cNvPr>
          <p:cNvGrpSpPr/>
          <p:nvPr userDrawn="1"/>
        </p:nvGrpSpPr>
        <p:grpSpPr>
          <a:xfrm>
            <a:off x="9194796" y="-553305"/>
            <a:ext cx="2794005" cy="3779105"/>
            <a:chOff x="8325230" y="3731520"/>
            <a:chExt cx="5314619" cy="718843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16CCADE-0290-C40F-9DC9-D651093DB140}"/>
                </a:ext>
              </a:extLst>
            </p:cNvPr>
            <p:cNvSpPr/>
            <p:nvPr/>
          </p:nvSpPr>
          <p:spPr>
            <a:xfrm>
              <a:off x="10094268" y="3731520"/>
              <a:ext cx="3545581" cy="3545581"/>
            </a:xfrm>
            <a:prstGeom prst="ellipse">
              <a:avLst/>
            </a:prstGeom>
            <a:solidFill>
              <a:srgbClr val="DB3B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813CF58-307B-B6EA-0096-B27369DBA110}"/>
                </a:ext>
              </a:extLst>
            </p:cNvPr>
            <p:cNvSpPr/>
            <p:nvPr/>
          </p:nvSpPr>
          <p:spPr>
            <a:xfrm>
              <a:off x="8325230" y="7277186"/>
              <a:ext cx="1964590" cy="196459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5D6CB0D-838C-13D3-A0C6-5FC86E2864B6}"/>
                </a:ext>
              </a:extLst>
            </p:cNvPr>
            <p:cNvSpPr/>
            <p:nvPr/>
          </p:nvSpPr>
          <p:spPr>
            <a:xfrm>
              <a:off x="10271239" y="9698457"/>
              <a:ext cx="1221493" cy="122149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</p:grp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0E2FAE6-8E7D-F93F-301C-36B3F2D73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10972801" cy="3984625"/>
          </a:xfr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7353AC26-4884-A747-8881-10534605D9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61F48AF0-05B2-CC7C-D873-938B99ADB5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9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 &amp; Pictur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0ACDF-6978-534F-42B2-0D6CA2487F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6400" y="333215"/>
            <a:ext cx="4165600" cy="6524784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D4B1B-86C8-CE2D-66ED-6B90CFE1A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285999"/>
            <a:ext cx="6924642" cy="405063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CD5B8-4F81-6108-C43E-6140D408BC03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94A4984-7098-3D3E-C212-45B776C18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7C86D4D-19F6-B67E-60DF-378C3EE5E8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5158ABC0-7E5D-0C30-3815-A422109582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BC215801-2DE1-E9DF-B9A3-513B44F3B2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6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Two Pictures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0ACDF-6978-534F-42B2-0D6CA2487F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6400" y="333215"/>
            <a:ext cx="4165600" cy="3219448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D4B1B-86C8-CE2D-66ED-6B90CFE1A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285999"/>
            <a:ext cx="6924642" cy="405063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CD5B8-4F81-6108-C43E-6140D408BC03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94A4984-7098-3D3E-C212-45B776C18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7C86D4D-19F6-B67E-60DF-378C3EE5E8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5158ABC0-7E5D-0C30-3815-A422109582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BC215801-2DE1-E9DF-B9A3-513B44F3B2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62B16BDF-1549-554C-7AF6-7700EF2847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6400" y="3552664"/>
            <a:ext cx="4165600" cy="3305336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9756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EAFCD1-6A17-79FB-2A65-73AB28884FBC}"/>
              </a:ext>
            </a:extLst>
          </p:cNvPr>
          <p:cNvSpPr txBox="1"/>
          <p:nvPr userDrawn="1"/>
        </p:nvSpPr>
        <p:spPr>
          <a:xfrm>
            <a:off x="722390" y="1240795"/>
            <a:ext cx="1143837" cy="2349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667" b="1" i="0">
                <a:solidFill>
                  <a:schemeClr val="tx2"/>
                </a:solidFill>
                <a:latin typeface="Open Sans Semibold" panose="020B0606030504020204" pitchFamily="34" charset="0"/>
              </a:rPr>
              <a:t>“</a:t>
            </a:r>
            <a:endParaRPr lang="en-GB" sz="14667" b="1" i="0" dirty="0">
              <a:solidFill>
                <a:schemeClr val="tx2"/>
              </a:solidFill>
              <a:latin typeface="Open Sans Semibold" panose="020B0606030504020204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045F45-24C1-6516-557D-BBC33C11C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7985" y="2475683"/>
            <a:ext cx="6632575" cy="2199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Quote 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453F6D-BD93-921C-7D12-E412349898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6400" y="333215"/>
            <a:ext cx="4165599" cy="652478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36CB86B-7B1F-98AF-EDE7-4B18858BD4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7986" y="5083812"/>
            <a:ext cx="6688137" cy="272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DE9CD58-6C28-3E30-3786-217EF51BC4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7985" y="5373422"/>
            <a:ext cx="6688137" cy="43301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9F1216-34CC-DD54-CE8C-B569EF87FCFE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11">
            <a:extLst>
              <a:ext uri="{FF2B5EF4-FFF2-40B4-BE49-F238E27FC236}">
                <a16:creationId xmlns:a16="http://schemas.microsoft.com/office/drawing/2014/main" id="{11BF9548-2D1D-A410-90B1-85B17457DA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A9B13EE4-FD6A-F51B-22C0-0F3BA83E97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3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Pictur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72AAD51-E142-0F31-ADA4-78599E2EF3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480733"/>
            <a:ext cx="6103257" cy="4377268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F4B381-06CA-38E7-920E-6F014C3C7E0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6AF7891-3173-0DC7-41CD-728971727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4"/>
            <a:ext cx="10896601" cy="536122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BDE7BA40-187B-8212-31C5-9614AFAE1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8" y="1554929"/>
            <a:ext cx="10896601" cy="307717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6534F2-253B-C301-5448-0881538C5E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8000" y="2687638"/>
            <a:ext cx="4648200" cy="3684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buNone/>
              <a:defRPr sz="20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BC4E1562-328C-1A3A-C76D-76D9A69D27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7" name="Picture 27">
            <a:extLst>
              <a:ext uri="{FF2B5EF4-FFF2-40B4-BE49-F238E27FC236}">
                <a16:creationId xmlns:a16="http://schemas.microsoft.com/office/drawing/2014/main" id="{0AC7900D-AF55-5D17-4B34-EC4B2CE1D7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26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Pictur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0ACDF-6978-534F-42B2-0D6CA2487F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33215"/>
            <a:ext cx="5513614" cy="652478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D4B1B-86C8-CE2D-66ED-6B90CFE1A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7690" y="2467155"/>
            <a:ext cx="5513614" cy="3869477"/>
          </a:xfrm>
          <a:prstGeom prst="rect">
            <a:avLst/>
          </a:prstGeom>
        </p:spPr>
        <p:txBody>
          <a:bodyPr lIns="0" rIns="0"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CD5B8-4F81-6108-C43E-6140D408BC03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94A4984-7098-3D3E-C212-45B776C18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7690" y="885422"/>
            <a:ext cx="5486400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7C86D4D-19F6-B67E-60DF-378C3EE5E8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4310" y="1554930"/>
            <a:ext cx="5513614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ED86EEA2-BA54-0087-1CC4-4FA3E296B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7E5A9FA3-8A12-780A-84F3-1191EBCA5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9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Picture (bottom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72AAD51-E142-0F31-ADA4-78599E2EF3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480733"/>
            <a:ext cx="6103257" cy="4377268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F4B381-06CA-38E7-920E-6F014C3C7E0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6AF7891-3173-0DC7-41CD-728971727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4"/>
            <a:ext cx="10896601" cy="536122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BDE7BA40-187B-8212-31C5-9614AFAE1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5682640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6534F2-253B-C301-5448-0881538C5E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8000" y="2687638"/>
            <a:ext cx="4648200" cy="3684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20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E02D87-2078-84E7-8A75-AF37C2E73E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7" name="Picture 27">
            <a:extLst>
              <a:ext uri="{FF2B5EF4-FFF2-40B4-BE49-F238E27FC236}">
                <a16:creationId xmlns:a16="http://schemas.microsoft.com/office/drawing/2014/main" id="{1C2A30FC-789C-08BB-36D2-6EFFECD497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62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9DF3289-F632-16DF-896B-6BE9F60505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NUMBERS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9E552A4-E334-2AF4-3DC9-BEC5F057D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0D737015-4110-3DF0-5951-6F1EF098270F}"/>
              </a:ext>
            </a:extLst>
          </p:cNvPr>
          <p:cNvSpPr/>
          <p:nvPr userDrawn="1"/>
        </p:nvSpPr>
        <p:spPr>
          <a:xfrm>
            <a:off x="8029780" y="333215"/>
            <a:ext cx="4162219" cy="6522296"/>
          </a:xfrm>
          <a:custGeom>
            <a:avLst/>
            <a:gdLst/>
            <a:ahLst/>
            <a:cxnLst/>
            <a:rect l="l" t="t" r="r" b="b"/>
            <a:pathLst>
              <a:path w="2408296" h="2709333">
                <a:moveTo>
                  <a:pt x="0" y="0"/>
                </a:moveTo>
                <a:lnTo>
                  <a:pt x="2408296" y="0"/>
                </a:lnTo>
                <a:lnTo>
                  <a:pt x="2408296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tx2"/>
          </a:solidFill>
        </p:spPr>
        <p:txBody>
          <a:bodyPr/>
          <a:lstStyle/>
          <a:p>
            <a:endParaRPr lang="en-GB" sz="800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7C6F240-6CEE-8B3A-E1E6-A80DE77A49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19793" y="2038350"/>
            <a:ext cx="4260850" cy="42608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8545616E-49CE-C9C1-AC7A-69BCB7675E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9399" y="2290017"/>
            <a:ext cx="4960937" cy="56598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Descriptors (max 2 lines)</a:t>
            </a:r>
            <a:endParaRPr lang="en-GB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4CE033-30FB-45FA-2B2E-30F6EDEDDA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5225" y="2128574"/>
            <a:ext cx="1178392" cy="815122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F35854C-432E-833C-C491-E038B0792B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9399" y="5446141"/>
            <a:ext cx="4960937" cy="56598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Descriptors (max 2 lines)</a:t>
            </a:r>
            <a:endParaRPr lang="en-GB" dirty="0"/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B4863E96-D19A-9BE0-A0A4-4CE25EFC0B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5225" y="5284698"/>
            <a:ext cx="1178392" cy="815122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41BA745F-BCEA-B1C8-170A-B91A219558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88296" y="3335611"/>
            <a:ext cx="4960937" cy="56598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Descriptors (max 2 lines)</a:t>
            </a:r>
            <a:endParaRPr lang="en-GB" dirty="0"/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F64D4106-0FEC-B5AA-C3A3-9000C53DBB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4122" y="3174168"/>
            <a:ext cx="1178392" cy="815122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141E1918-D7E0-6F74-81FB-869BC014B2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99399" y="4391815"/>
            <a:ext cx="4960937" cy="56598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Descriptors (max 2 lines)</a:t>
            </a:r>
            <a:endParaRPr lang="en-GB" dirty="0"/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01015B58-7B98-DD29-7621-94346B9D93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5225" y="4230372"/>
            <a:ext cx="1178392" cy="815122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A8C99726-7F1F-2B77-CD24-208BF1094B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EBD20DD1-91E6-CDB4-DE9B-0F35E45838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8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 &amp; Picture (small,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>
            <a:extLst>
              <a:ext uri="{FF2B5EF4-FFF2-40B4-BE49-F238E27FC236}">
                <a16:creationId xmlns:a16="http://schemas.microsoft.com/office/drawing/2014/main" id="{2123A50F-AC75-8FD2-05CC-6ABB01899E4A}"/>
              </a:ext>
            </a:extLst>
          </p:cNvPr>
          <p:cNvSpPr/>
          <p:nvPr userDrawn="1"/>
        </p:nvSpPr>
        <p:spPr>
          <a:xfrm>
            <a:off x="8029780" y="333215"/>
            <a:ext cx="4162219" cy="6522296"/>
          </a:xfrm>
          <a:custGeom>
            <a:avLst/>
            <a:gdLst/>
            <a:ahLst/>
            <a:cxnLst/>
            <a:rect l="l" t="t" r="r" b="b"/>
            <a:pathLst>
              <a:path w="2408296" h="2709333">
                <a:moveTo>
                  <a:pt x="0" y="0"/>
                </a:moveTo>
                <a:lnTo>
                  <a:pt x="2408296" y="0"/>
                </a:lnTo>
                <a:lnTo>
                  <a:pt x="2408296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tx2"/>
          </a:solidFill>
        </p:spPr>
        <p:txBody>
          <a:bodyPr/>
          <a:lstStyle/>
          <a:p>
            <a:endParaRPr lang="en-GB" sz="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7A979C-BE33-0E97-4E8F-357910748AB7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0D8909D-9842-0E8A-5195-7AD122C47D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1FBAC5-D770-5D2A-BC2B-71F2A94BF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1EE0A96B-F1EE-E4BD-B882-C15F63D8F3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01898" y="2506132"/>
            <a:ext cx="5490102" cy="3569135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48ACAA-7182-46DD-D4CA-1070C7B178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506132"/>
            <a:ext cx="5486400" cy="3569135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6630D254-2D7C-D87E-2A13-6AA5F31B37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3" name="Picture 27">
            <a:extLst>
              <a:ext uri="{FF2B5EF4-FFF2-40B4-BE49-F238E27FC236}">
                <a16:creationId xmlns:a16="http://schemas.microsoft.com/office/drawing/2014/main" id="{FC5E2AA7-EC03-E004-D3A1-72FCE6DC47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9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- Six points + Bu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9DF3289-F632-16DF-896B-6BE9F60505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NUMBERS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9E552A4-E334-2AF4-3DC9-BEC5F057D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8545616E-49CE-C9C1-AC7A-69BCB7675E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92011" y="3815561"/>
            <a:ext cx="2521373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91C93F7D-157E-71F4-4A73-FE2101D24442}"/>
              </a:ext>
            </a:extLst>
          </p:cNvPr>
          <p:cNvSpPr txBox="1"/>
          <p:nvPr/>
        </p:nvSpPr>
        <p:spPr>
          <a:xfrm>
            <a:off x="765081" y="33274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1</a:t>
            </a:r>
            <a:endParaRPr lang="en-GB" sz="8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A470C15-0F75-9FAA-930F-1F9811E739EE}"/>
              </a:ext>
            </a:extLst>
          </p:cNvPr>
          <p:cNvSpPr txBox="1"/>
          <p:nvPr/>
        </p:nvSpPr>
        <p:spPr>
          <a:xfrm>
            <a:off x="765081" y="464514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</a:t>
            </a:r>
            <a:endParaRPr lang="en-GB" sz="8000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D03C9CF-01F6-102A-1DE3-5D33B1F3314E}"/>
              </a:ext>
            </a:extLst>
          </p:cNvPr>
          <p:cNvSpPr txBox="1"/>
          <p:nvPr/>
        </p:nvSpPr>
        <p:spPr>
          <a:xfrm>
            <a:off x="8048195" y="33274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</a:t>
            </a:r>
            <a:endParaRPr lang="en-GB" sz="8000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FCAD6302-4733-1639-9ACB-A60B69662143}"/>
              </a:ext>
            </a:extLst>
          </p:cNvPr>
          <p:cNvSpPr txBox="1"/>
          <p:nvPr/>
        </p:nvSpPr>
        <p:spPr>
          <a:xfrm>
            <a:off x="4420120" y="33274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2</a:t>
            </a:r>
            <a:endParaRPr lang="en-GB" sz="8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83480DE6-83A7-5841-6B1B-17BD49FD0F20}"/>
              </a:ext>
            </a:extLst>
          </p:cNvPr>
          <p:cNvSpPr txBox="1"/>
          <p:nvPr/>
        </p:nvSpPr>
        <p:spPr>
          <a:xfrm>
            <a:off x="4420120" y="46990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</a:t>
            </a:r>
            <a:endParaRPr lang="en-GB" sz="8000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1B7EE322-6E26-85E5-CB76-E221F36DEEF1}"/>
              </a:ext>
            </a:extLst>
          </p:cNvPr>
          <p:cNvSpPr txBox="1"/>
          <p:nvPr/>
        </p:nvSpPr>
        <p:spPr>
          <a:xfrm>
            <a:off x="7975307" y="46990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</a:t>
            </a:r>
            <a:endParaRPr lang="en-GB" sz="8000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6C68C7-3E16-AB97-DC20-77DEB104BD96}"/>
              </a:ext>
            </a:extLst>
          </p:cNvPr>
          <p:cNvGrpSpPr/>
          <p:nvPr userDrawn="1"/>
        </p:nvGrpSpPr>
        <p:grpSpPr>
          <a:xfrm>
            <a:off x="9194796" y="-553305"/>
            <a:ext cx="2794005" cy="3779105"/>
            <a:chOff x="8325230" y="3731520"/>
            <a:chExt cx="5314619" cy="718843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16CCADE-0290-C40F-9DC9-D651093DB140}"/>
                </a:ext>
              </a:extLst>
            </p:cNvPr>
            <p:cNvSpPr/>
            <p:nvPr/>
          </p:nvSpPr>
          <p:spPr>
            <a:xfrm>
              <a:off x="10094268" y="3731520"/>
              <a:ext cx="3545581" cy="3545581"/>
            </a:xfrm>
            <a:prstGeom prst="ellipse">
              <a:avLst/>
            </a:prstGeom>
            <a:solidFill>
              <a:srgbClr val="DB3B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813CF58-307B-B6EA-0096-B27369DBA110}"/>
                </a:ext>
              </a:extLst>
            </p:cNvPr>
            <p:cNvSpPr/>
            <p:nvPr/>
          </p:nvSpPr>
          <p:spPr>
            <a:xfrm>
              <a:off x="8325230" y="7277186"/>
              <a:ext cx="1964590" cy="196459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5D6CB0D-838C-13D3-A0C6-5FC86E2864B6}"/>
                </a:ext>
              </a:extLst>
            </p:cNvPr>
            <p:cNvSpPr/>
            <p:nvPr/>
          </p:nvSpPr>
          <p:spPr>
            <a:xfrm>
              <a:off x="10271239" y="9698457"/>
              <a:ext cx="1221493" cy="122149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</p:grp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CFEEDEB3-EA41-5EAD-0E0D-56FE89C7C6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92010" y="5169349"/>
            <a:ext cx="2521373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EBE75134-3E23-031D-CAEF-97C99E7606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7745" y="3815561"/>
            <a:ext cx="2563292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0CB84A41-FF43-0798-ED5D-1CA4CE481C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57744" y="5169349"/>
            <a:ext cx="2563292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CA2DF444-F0DD-2577-9766-4E2E49AC39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47025" y="3815561"/>
            <a:ext cx="2547684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0C341C3D-6E2E-5E9A-0633-4C6F711045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47024" y="5169349"/>
            <a:ext cx="2547685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1937F1FD-6C1B-1025-0FF1-0E98932C22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556686E3-3A8A-3FBF-CBD0-17F47C1E66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9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e - 6 pointer + Bob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9DF3289-F632-16DF-896B-6BE9F60505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5206600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9E552A4-E334-2AF4-3DC9-BEC5F057D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29"/>
            <a:ext cx="5206600" cy="333303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Secundary heading</a:t>
            </a:r>
            <a:endParaRPr lang="en-GB" dirty="0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8545616E-49CE-C9C1-AC7A-69BCB7675E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00550" y="973622"/>
            <a:ext cx="4181850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CFEEDEB3-EA41-5EAD-0E0D-56FE89C7C6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00551" y="2461772"/>
            <a:ext cx="4181849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EBE75134-3E23-031D-CAEF-97C99E7606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0551" y="3884016"/>
            <a:ext cx="4181848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0CB84A41-FF43-0798-ED5D-1CA4CE481C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00551" y="5216589"/>
            <a:ext cx="4181848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CA2DF444-F0DD-2577-9766-4E2E49AC39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47025" y="3884017"/>
            <a:ext cx="4169176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0C341C3D-6E2E-5E9A-0633-4C6F711045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47024" y="5216589"/>
            <a:ext cx="4169176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5FDD8-251D-4029-D54D-BA0F5FB763B3}"/>
              </a:ext>
            </a:extLst>
          </p:cNvPr>
          <p:cNvSpPr txBox="1"/>
          <p:nvPr userDrawn="1"/>
        </p:nvSpPr>
        <p:spPr>
          <a:xfrm>
            <a:off x="604464" y="1888237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1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76348-C462-21E6-8862-20EE62FF18AE}"/>
              </a:ext>
            </a:extLst>
          </p:cNvPr>
          <p:cNvSpPr txBox="1"/>
          <p:nvPr userDrawn="1"/>
        </p:nvSpPr>
        <p:spPr>
          <a:xfrm>
            <a:off x="6279863" y="1888237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5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A34CE-13CA-BC00-8257-F5CD786B30E0}"/>
              </a:ext>
            </a:extLst>
          </p:cNvPr>
          <p:cNvSpPr txBox="1"/>
          <p:nvPr userDrawn="1"/>
        </p:nvSpPr>
        <p:spPr>
          <a:xfrm>
            <a:off x="609600" y="3308306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2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B6D474BE-6D03-1B6C-9C27-280DFA729DEA}"/>
              </a:ext>
            </a:extLst>
          </p:cNvPr>
          <p:cNvSpPr txBox="1"/>
          <p:nvPr userDrawn="1"/>
        </p:nvSpPr>
        <p:spPr>
          <a:xfrm>
            <a:off x="6284999" y="3308306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6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E35571-7339-FB2B-89E3-6B52AB2F8639}"/>
              </a:ext>
            </a:extLst>
          </p:cNvPr>
          <p:cNvSpPr txBox="1"/>
          <p:nvPr userDrawn="1"/>
        </p:nvSpPr>
        <p:spPr>
          <a:xfrm>
            <a:off x="609600" y="4684243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3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870F09D-F740-CB55-FE9E-C2DFA8E6709F}"/>
              </a:ext>
            </a:extLst>
          </p:cNvPr>
          <p:cNvSpPr txBox="1"/>
          <p:nvPr userDrawn="1"/>
        </p:nvSpPr>
        <p:spPr>
          <a:xfrm>
            <a:off x="6284999" y="4684243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7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4809B7-2D9D-D2F5-9D38-E5E89CDBE5B8}"/>
              </a:ext>
            </a:extLst>
          </p:cNvPr>
          <p:cNvSpPr txBox="1"/>
          <p:nvPr userDrawn="1"/>
        </p:nvSpPr>
        <p:spPr>
          <a:xfrm>
            <a:off x="6274727" y="468168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4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39E31C92-685B-A235-D213-E2EEBAFA9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47025" y="2461773"/>
            <a:ext cx="4169176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46DC7745-E6C0-C288-627E-D050A9F00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0" name="Picture 27">
            <a:extLst>
              <a:ext uri="{FF2B5EF4-FFF2-40B4-BE49-F238E27FC236}">
                <a16:creationId xmlns:a16="http://schemas.microsoft.com/office/drawing/2014/main" id="{26371473-4152-7A90-1054-F2A14FCB9B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41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0">
            <a:extLst>
              <a:ext uri="{FF2B5EF4-FFF2-40B4-BE49-F238E27FC236}">
                <a16:creationId xmlns:a16="http://schemas.microsoft.com/office/drawing/2014/main" id="{04967EB6-63AB-C7F8-A046-A3298FC6267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24379" y="2454448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7C80660B-B9A3-9EC1-CC73-F5E3611854D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039100" y="2454448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9" name="Picture Placeholder 30">
            <a:extLst>
              <a:ext uri="{FF2B5EF4-FFF2-40B4-BE49-F238E27FC236}">
                <a16:creationId xmlns:a16="http://schemas.microsoft.com/office/drawing/2014/main" id="{2F730A3A-577D-7C12-2C68-7B00960DCA9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58" y="3868732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Picture Placeholder 30">
            <a:extLst>
              <a:ext uri="{FF2B5EF4-FFF2-40B4-BE49-F238E27FC236}">
                <a16:creationId xmlns:a16="http://schemas.microsoft.com/office/drawing/2014/main" id="{1334C44F-DA24-79B6-267B-FB191170917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324379" y="3868732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1" name="Picture Placeholder 30">
            <a:extLst>
              <a:ext uri="{FF2B5EF4-FFF2-40B4-BE49-F238E27FC236}">
                <a16:creationId xmlns:a16="http://schemas.microsoft.com/office/drawing/2014/main" id="{FB863EBE-0995-BAA2-9FFD-F8A50F7B5A4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039100" y="3868732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2" name="Picture Placeholder 30">
            <a:extLst>
              <a:ext uri="{FF2B5EF4-FFF2-40B4-BE49-F238E27FC236}">
                <a16:creationId xmlns:a16="http://schemas.microsoft.com/office/drawing/2014/main" id="{26E7C717-EE40-CBB4-C613-787279B1930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09658" y="5283016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3" name="Picture Placeholder 30">
            <a:extLst>
              <a:ext uri="{FF2B5EF4-FFF2-40B4-BE49-F238E27FC236}">
                <a16:creationId xmlns:a16="http://schemas.microsoft.com/office/drawing/2014/main" id="{0219B48B-4F81-4D17-12EC-03D5F089F08E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24379" y="5283016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Picture Placeholder 30">
            <a:extLst>
              <a:ext uri="{FF2B5EF4-FFF2-40B4-BE49-F238E27FC236}">
                <a16:creationId xmlns:a16="http://schemas.microsoft.com/office/drawing/2014/main" id="{DD4F8AE2-D913-A814-1C17-CB8688A7473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039100" y="5283016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7B0233F7-824F-8BC9-0EE1-C74748DE1C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1212" y="551394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C4D28FD4-FE79-8F7C-98EC-E4BB3673B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21212" y="574847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7A9AF82-8588-D5C4-6C9A-63BCC5C9C97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58" y="2454448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AA7240-3F7A-7A65-1FFF-D5120BB96CE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DD8DDC4-31D3-5958-47C4-D6E8CD3CB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1"/>
            <a:ext cx="10888663" cy="1164087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PEOPLE PAGE</a:t>
            </a:r>
          </a:p>
          <a:p>
            <a:pPr lvl="0"/>
            <a:r>
              <a:rPr lang="en-GB"/>
              <a:t>(MAX 2 LINES)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AC68203-25BD-9B65-D378-A43C61F90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1212" y="269300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825D03AB-8F6B-7C49-7AED-9195152A7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1212" y="292753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 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41" name="Text Placeholder 34">
            <a:extLst>
              <a:ext uri="{FF2B5EF4-FFF2-40B4-BE49-F238E27FC236}">
                <a16:creationId xmlns:a16="http://schemas.microsoft.com/office/drawing/2014/main" id="{39E077FD-50F9-5F99-C76F-CF67D1D556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1212" y="4107291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42" name="Text Placeholder 34">
            <a:extLst>
              <a:ext uri="{FF2B5EF4-FFF2-40B4-BE49-F238E27FC236}">
                <a16:creationId xmlns:a16="http://schemas.microsoft.com/office/drawing/2014/main" id="{8C79D1BE-CAAE-7C0C-7F8B-10629EF388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21212" y="4341818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00" name="Text Placeholder 34">
            <a:extLst>
              <a:ext uri="{FF2B5EF4-FFF2-40B4-BE49-F238E27FC236}">
                <a16:creationId xmlns:a16="http://schemas.microsoft.com/office/drawing/2014/main" id="{11D903A0-3A4B-648A-3137-0DB61F4EEF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50654" y="551394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01" name="Text Placeholder 34">
            <a:extLst>
              <a:ext uri="{FF2B5EF4-FFF2-40B4-BE49-F238E27FC236}">
                <a16:creationId xmlns:a16="http://schemas.microsoft.com/office/drawing/2014/main" id="{13EF1B79-0E12-401B-8E1F-C4F70D21B2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50654" y="574847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03" name="Text Placeholder 34">
            <a:extLst>
              <a:ext uri="{FF2B5EF4-FFF2-40B4-BE49-F238E27FC236}">
                <a16:creationId xmlns:a16="http://schemas.microsoft.com/office/drawing/2014/main" id="{B6B9854A-5ADA-6BF4-CDD4-69ADEDD82EC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0654" y="269300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04" name="Text Placeholder 34">
            <a:extLst>
              <a:ext uri="{FF2B5EF4-FFF2-40B4-BE49-F238E27FC236}">
                <a16:creationId xmlns:a16="http://schemas.microsoft.com/office/drawing/2014/main" id="{0E14CDE9-F7E4-F01A-C303-5E3527D921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50654" y="292753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06" name="Text Placeholder 34">
            <a:extLst>
              <a:ext uri="{FF2B5EF4-FFF2-40B4-BE49-F238E27FC236}">
                <a16:creationId xmlns:a16="http://schemas.microsoft.com/office/drawing/2014/main" id="{E5F3D110-D18C-7C88-6608-CBEC39FAED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0654" y="4107291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07" name="Text Placeholder 34">
            <a:extLst>
              <a:ext uri="{FF2B5EF4-FFF2-40B4-BE49-F238E27FC236}">
                <a16:creationId xmlns:a16="http://schemas.microsoft.com/office/drawing/2014/main" id="{C7B56A27-A24B-479E-0684-B75AE3B8BB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0654" y="4341818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09" name="Text Placeholder 34">
            <a:extLst>
              <a:ext uri="{FF2B5EF4-FFF2-40B4-BE49-F238E27FC236}">
                <a16:creationId xmlns:a16="http://schemas.microsoft.com/office/drawing/2014/main" id="{A04B818C-8A90-95CB-3E8E-F494FE1E22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35933" y="551394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10" name="Text Placeholder 34">
            <a:extLst>
              <a:ext uri="{FF2B5EF4-FFF2-40B4-BE49-F238E27FC236}">
                <a16:creationId xmlns:a16="http://schemas.microsoft.com/office/drawing/2014/main" id="{CCE39DFA-C164-BD18-4426-AFEE5C70D5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635933" y="574847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12" name="Text Placeholder 34">
            <a:extLst>
              <a:ext uri="{FF2B5EF4-FFF2-40B4-BE49-F238E27FC236}">
                <a16:creationId xmlns:a16="http://schemas.microsoft.com/office/drawing/2014/main" id="{36FD3BFE-5E9B-0956-7513-097EFB0A163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5933" y="269300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13" name="Text Placeholder 34">
            <a:extLst>
              <a:ext uri="{FF2B5EF4-FFF2-40B4-BE49-F238E27FC236}">
                <a16:creationId xmlns:a16="http://schemas.microsoft.com/office/drawing/2014/main" id="{F8A365B4-71AB-376B-D88F-4357114FE5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35933" y="292753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15" name="Text Placeholder 34">
            <a:extLst>
              <a:ext uri="{FF2B5EF4-FFF2-40B4-BE49-F238E27FC236}">
                <a16:creationId xmlns:a16="http://schemas.microsoft.com/office/drawing/2014/main" id="{5F503632-EE93-0B41-883C-141FFD3D322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635933" y="4107291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16" name="Text Placeholder 34">
            <a:extLst>
              <a:ext uri="{FF2B5EF4-FFF2-40B4-BE49-F238E27FC236}">
                <a16:creationId xmlns:a16="http://schemas.microsoft.com/office/drawing/2014/main" id="{FC807507-F7E4-A761-ED7D-BC2A4A70A31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35933" y="4341818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5" name="Picture Placeholder 30">
            <a:extLst>
              <a:ext uri="{FF2B5EF4-FFF2-40B4-BE49-F238E27FC236}">
                <a16:creationId xmlns:a16="http://schemas.microsoft.com/office/drawing/2014/main" id="{EC6C8468-9D88-1067-0EA2-25487350431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039100" y="1010989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6" name="Text Placeholder 34">
            <a:extLst>
              <a:ext uri="{FF2B5EF4-FFF2-40B4-BE49-F238E27FC236}">
                <a16:creationId xmlns:a16="http://schemas.microsoft.com/office/drawing/2014/main" id="{726A7D47-316D-B510-3EC3-7F4F4E80AB1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50654" y="1249548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7" name="Text Placeholder 34">
            <a:extLst>
              <a:ext uri="{FF2B5EF4-FFF2-40B4-BE49-F238E27FC236}">
                <a16:creationId xmlns:a16="http://schemas.microsoft.com/office/drawing/2014/main" id="{6C03D5D4-07D6-CEDA-9564-EE128BC85A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50654" y="1484075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F0FABF96-3174-CEFB-9D6A-8DAA7116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8" name="Picture 27">
            <a:extLst>
              <a:ext uri="{FF2B5EF4-FFF2-40B4-BE49-F238E27FC236}">
                <a16:creationId xmlns:a16="http://schemas.microsoft.com/office/drawing/2014/main" id="{02C2CE67-C2F7-0ED7-A479-5573C76D87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45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 4 Categories - Text +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E8F342-DD53-FB35-8D0F-638943BBD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3"/>
            <a:ext cx="10976182" cy="59227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65D90329-AC0E-151A-56F9-671BF8480F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2F9CFC-D19E-1E81-B19B-E5EFD6A1E041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238703"/>
            <a:ext cx="0" cy="415995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B78C56-78E7-93CF-68EB-2D4909000BE9}"/>
              </a:ext>
            </a:extLst>
          </p:cNvPr>
          <p:cNvCxnSpPr>
            <a:cxnSpLocks/>
          </p:cNvCxnSpPr>
          <p:nvPr userDrawn="1"/>
        </p:nvCxnSpPr>
        <p:spPr>
          <a:xfrm flipH="1">
            <a:off x="606219" y="4300873"/>
            <a:ext cx="10976182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B01B84-3032-AC15-914E-6AEC14C356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85545" y="2587485"/>
            <a:ext cx="3026980" cy="1166813"/>
          </a:xfrm>
        </p:spPr>
        <p:txBody>
          <a:bodyPr anchor="ctr"/>
          <a:lstStyle>
            <a:lvl1pPr marL="14288" indent="-14288">
              <a:buNone/>
              <a:tabLst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85BCAFF-5169-CC8D-013A-945D1B14BE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5545" y="4863215"/>
            <a:ext cx="3026980" cy="1166813"/>
          </a:xfrm>
        </p:spPr>
        <p:txBody>
          <a:bodyPr anchor="ctr"/>
          <a:lstStyle>
            <a:lvl1pPr marL="14288" indent="-14288">
              <a:buNone/>
              <a:tabLst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A312EBD-4EAA-FDE4-8A2D-DC77271229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75326" y="2587485"/>
            <a:ext cx="3026980" cy="1166813"/>
          </a:xfrm>
        </p:spPr>
        <p:txBody>
          <a:bodyPr anchor="ctr"/>
          <a:lstStyle>
            <a:lvl1pPr marL="14288" indent="-14288">
              <a:buNone/>
              <a:tabLst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FCBDCA8-A6A1-C9C3-FEB5-ED38430719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75326" y="4863215"/>
            <a:ext cx="3026980" cy="1166813"/>
          </a:xfrm>
        </p:spPr>
        <p:txBody>
          <a:bodyPr anchor="ctr"/>
          <a:lstStyle>
            <a:lvl1pPr marL="14288" indent="-14288">
              <a:buNone/>
              <a:tabLst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7606B7A4-A44D-19E6-2174-982C623B4C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A6E68F1E-3BC2-0338-A74A-5AC95EBB79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76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- 3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7B27721-A45F-7020-ADB3-EE2D37A0D6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3250594"/>
            <a:ext cx="2873823" cy="3274173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7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Point</a:t>
            </a:r>
            <a:endParaRPr lang="en-GB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1CAD48E-C68D-AC4E-0ACC-F653FF79B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867" y="3285369"/>
            <a:ext cx="3761746" cy="3239391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7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Point</a:t>
            </a:r>
            <a:endParaRPr lang="en-GB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812F1EA-CEF6-3735-EA25-704543A01D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52916" y="3285368"/>
            <a:ext cx="2818341" cy="3239373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7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Point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932341C-CAAB-9595-6FC4-1ED44BB610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2249247"/>
            <a:ext cx="2873829" cy="319780"/>
          </a:xfrm>
          <a:prstGeom prst="rect">
            <a:avLst/>
          </a:prstGeom>
        </p:spPr>
        <p:txBody>
          <a:bodyPr lIns="0" rIns="0"/>
          <a:lstStyle>
            <a:lvl1pPr>
              <a:buNone/>
              <a:defRPr sz="2400" b="1" i="0" cap="all" spc="0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TITLE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B2AE704-A658-1E33-BC80-66D7DB5676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42867" y="2239090"/>
            <a:ext cx="3761743" cy="329933"/>
          </a:xfrm>
          <a:prstGeom prst="rect">
            <a:avLst/>
          </a:prstGeom>
        </p:spPr>
        <p:txBody>
          <a:bodyPr lIns="0" rIns="0"/>
          <a:lstStyle>
            <a:lvl1pPr>
              <a:buNone/>
              <a:defRPr sz="2400" b="1" i="0" cap="all" spc="0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TITLE</a:t>
            </a:r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E880A78D-8AEB-210F-0DD1-56FD66DFC6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4059" y="2249247"/>
            <a:ext cx="2818341" cy="319770"/>
          </a:xfrm>
          <a:prstGeom prst="rect">
            <a:avLst/>
          </a:prstGeom>
        </p:spPr>
        <p:txBody>
          <a:bodyPr lIns="0" rIns="0"/>
          <a:lstStyle>
            <a:lvl1pPr>
              <a:buNone/>
              <a:defRPr sz="2400" b="1" i="0" cap="all" spc="0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TITLE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8EDD64-63A8-6FA5-ED45-9BB03839B19D}"/>
              </a:ext>
            </a:extLst>
          </p:cNvPr>
          <p:cNvCxnSpPr>
            <a:cxnSpLocks/>
          </p:cNvCxnSpPr>
          <p:nvPr userDrawn="1"/>
        </p:nvCxnSpPr>
        <p:spPr>
          <a:xfrm>
            <a:off x="-36307" y="2057400"/>
            <a:ext cx="1222830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AD5427-C544-0509-A163-9AC28A479E65}"/>
              </a:ext>
            </a:extLst>
          </p:cNvPr>
          <p:cNvCxnSpPr>
            <a:cxnSpLocks/>
          </p:cNvCxnSpPr>
          <p:nvPr userDrawn="1"/>
        </p:nvCxnSpPr>
        <p:spPr>
          <a:xfrm>
            <a:off x="3810008" y="2057400"/>
            <a:ext cx="0" cy="48006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E2CCF3-BF0E-985C-34CC-C013376E443C}"/>
              </a:ext>
            </a:extLst>
          </p:cNvPr>
          <p:cNvCxnSpPr>
            <a:cxnSpLocks/>
          </p:cNvCxnSpPr>
          <p:nvPr userDrawn="1"/>
        </p:nvCxnSpPr>
        <p:spPr>
          <a:xfrm>
            <a:off x="8331200" y="2057400"/>
            <a:ext cx="0" cy="48006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0C8D65-B580-D3A5-C41E-50A89ED591C6}"/>
              </a:ext>
            </a:extLst>
          </p:cNvPr>
          <p:cNvCxnSpPr>
            <a:cxnSpLocks/>
          </p:cNvCxnSpPr>
          <p:nvPr userDrawn="1"/>
        </p:nvCxnSpPr>
        <p:spPr>
          <a:xfrm>
            <a:off x="-36307" y="2819400"/>
            <a:ext cx="1222830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B47D6A-95A2-3712-53E1-86F8C00F53E2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EEE2249-4722-BC3A-5814-B15D0E1C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11061168" cy="52246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CHART HEADING IN CAPS 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B62B65A8-0BC2-7BB6-AF21-D2DF62AFF5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7" name="Picture 27">
            <a:extLst>
              <a:ext uri="{FF2B5EF4-FFF2-40B4-BE49-F238E27FC236}">
                <a16:creationId xmlns:a16="http://schemas.microsoft.com/office/drawing/2014/main" id="{AE42F972-889E-7C90-F1CF-142C7357F1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72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da-DK"/>
              <a:t>Klik for at indsætte tekst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/>
              <a:t>04-08-2026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57738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83167" y="619125"/>
            <a:ext cx="10623552" cy="86518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783167" y="1635125"/>
            <a:ext cx="10623551" cy="4668178"/>
          </a:xfrm>
        </p:spPr>
        <p:txBody>
          <a:bodyPr vert="horz" lIns="0" tIns="0" rIns="0" bIns="0" rtlCol="0">
            <a:noAutofit/>
          </a:bodyPr>
          <a:lstStyle>
            <a:lvl1pPr>
              <a:defRPr lang="da-DK" baseline="0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3CBA-FE51-40BA-9B41-89C7FDAF5BF4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1528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173717" y="5575175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F8C8CA1-7ADE-92BC-CE5F-7CBB0C98B4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422" y="2829078"/>
            <a:ext cx="11933158" cy="1674419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2000" b="1" i="0" cap="all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</a:lstStyle>
          <a:p>
            <a:pPr lvl="0"/>
            <a:r>
              <a:rPr lang="en-GB"/>
              <a:t>PRESENTATION</a:t>
            </a:r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788079" y="5938502"/>
            <a:ext cx="2065338" cy="15215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6"/>
              </a:lnSpc>
            </a:pPr>
            <a:r>
              <a:rPr lang="en-GB" sz="1400" b="1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PRESENTATION</a:t>
            </a:r>
            <a:endParaRPr lang="en-GB" sz="1400" b="1" i="0" cap="all" spc="0" baseline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D81ADDE-F544-F6C8-780D-93D2C5F485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421" y="1312382"/>
            <a:ext cx="11933158" cy="1674419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3600" b="1" i="0" cap="all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</a:lstStyle>
          <a:p>
            <a:pPr lvl="0"/>
            <a:r>
              <a:rPr lang="en-GB"/>
              <a:t>TITLE OF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C5F633D-9A8B-16B6-0DA6-684420C9B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079" y="6069189"/>
            <a:ext cx="2065338" cy="1618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4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Month  &amp; Year</a:t>
            </a:r>
            <a:endParaRPr lang="en-GB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49073A7-4DFC-0344-CAE5-EA5EB3D4A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4292" y="6069189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4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Speaker(s)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2FA8CDA-6BF5-DC8E-FEEB-2A7759165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4291" y="5878152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400" b="1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DEPARTMENT AND/OR SECTION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513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96B4A7-969E-8FFE-B169-40C5A6C74A1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81D3924-F063-C9E8-2F9A-F7E566ABEB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885422"/>
            <a:ext cx="9382699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3BB3238-6094-2851-CDB8-985528FFC7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9382699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03AD5053-955A-7E90-A826-4066068ADA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5" name="Picture 27">
            <a:extLst>
              <a:ext uri="{FF2B5EF4-FFF2-40B4-BE49-F238E27FC236}">
                <a16:creationId xmlns:a16="http://schemas.microsoft.com/office/drawing/2014/main" id="{C821BDC7-9D48-C221-00B5-990A2B15D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7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40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EE8100-EBAC-C9F9-0409-9CEB637F67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8FFF41-3503-C7D9-7460-FE63D80163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7299" y="5335478"/>
            <a:ext cx="907933" cy="1102195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659661" y="5559941"/>
            <a:ext cx="5678487" cy="615553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000" b="1" i="0" spc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FIND US AT:  </a:t>
            </a:r>
          </a:p>
          <a:p>
            <a:pPr>
              <a:lnSpc>
                <a:spcPct val="100000"/>
              </a:lnSpc>
            </a:pPr>
            <a:r>
              <a:rPr lang="en-GB" sz="2000" b="0" i="0" spc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www.innovation.ku.dk</a:t>
            </a:r>
            <a:endParaRPr lang="en-GB" sz="2000" b="0" i="0" spc="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6FB75CF-0E5E-109E-1F99-63DD93ADEC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660" y="4237043"/>
            <a:ext cx="5678488" cy="804077"/>
          </a:xfrm>
        </p:spPr>
        <p:txBody>
          <a:bodyPr/>
          <a:lstStyle>
            <a:lvl1pPr>
              <a:lnSpc>
                <a:spcPct val="80000"/>
              </a:lnSpc>
              <a:buNone/>
              <a:defRPr sz="6600" b="1" i="0" cap="all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4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4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4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4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9781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173717" y="5575175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04F5EFD-C58C-3623-D41F-1CA28A72DA7B}"/>
              </a:ext>
            </a:extLst>
          </p:cNvPr>
          <p:cNvSpPr txBox="1"/>
          <p:nvPr userDrawn="1"/>
        </p:nvSpPr>
        <p:spPr>
          <a:xfrm>
            <a:off x="342960" y="2616200"/>
            <a:ext cx="11587956" cy="2209387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9320"/>
              </a:lnSpc>
            </a:pPr>
            <a:r>
              <a:rPr lang="en-GB" sz="10667" b="1" cap="all" baseline="0">
                <a:solidFill>
                  <a:srgbClr val="901A1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FOR LISTENING</a:t>
            </a:r>
            <a:endParaRPr lang="en-GB" sz="10667" b="1" cap="all" baseline="0" dirty="0">
              <a:solidFill>
                <a:srgbClr val="901A1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FF65F-09F7-D229-0679-DBF678541D52}"/>
              </a:ext>
            </a:extLst>
          </p:cNvPr>
          <p:cNvSpPr txBox="1"/>
          <p:nvPr userDrawn="1"/>
        </p:nvSpPr>
        <p:spPr>
          <a:xfrm>
            <a:off x="302021" y="1061500"/>
            <a:ext cx="11587956" cy="236749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1" b="1" cap="all" baseline="0">
                <a:solidFill>
                  <a:srgbClr val="DA3D2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THANKS</a:t>
            </a:r>
            <a:endParaRPr lang="en-GB" sz="18001" b="1" cap="all" baseline="0" dirty="0">
              <a:solidFill>
                <a:srgbClr val="DA3D2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0472E-FA96-4A71-C8D4-5DE5839CB51F}"/>
              </a:ext>
            </a:extLst>
          </p:cNvPr>
          <p:cNvSpPr txBox="1"/>
          <p:nvPr/>
        </p:nvSpPr>
        <p:spPr>
          <a:xfrm>
            <a:off x="1140177" y="5901526"/>
            <a:ext cx="4046584" cy="276999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GB" sz="1800" b="1" spc="-36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 Bold"/>
              </a:rPr>
              <a:t>FIND US AT:  </a:t>
            </a:r>
            <a:r>
              <a:rPr lang="en-GB" sz="1800" b="0" i="0" spc="-36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 Bold"/>
              </a:rPr>
              <a:t>www.innovation.ku.dk</a:t>
            </a:r>
            <a:endParaRPr lang="en-GB" sz="1800" b="0" i="0" spc="-36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2 Bold"/>
            </a:endParaRPr>
          </a:p>
        </p:txBody>
      </p:sp>
    </p:spTree>
    <p:extLst>
      <p:ext uri="{BB962C8B-B14F-4D97-AF65-F5344CB8AC3E}">
        <p14:creationId xmlns:p14="http://schemas.microsoft.com/office/powerpoint/2010/main" val="1549966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17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E532-752D-14D2-9EDC-44F223B08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DB68D-3DC9-2416-B74C-F2D6AF2DD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EFF62-3189-53B6-2514-988DAA4C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10039-6392-DEC6-AA24-100E14B4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3DDE8-E978-6CF4-64F9-07BC2437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6408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0318-7892-E4C6-0D17-C706E1A90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F7932-024A-0A97-38E1-381F7A8A2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53732-E119-DC25-3D84-A3238222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C4814-2BC7-3E0D-A460-07FBA5D96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DBF8A-EE0C-82EE-9BC5-73E8333D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5756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9B711-0571-4C37-1109-C3C50B826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90A49-CA9D-C338-DDA8-6CF42BFC9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C8955-EF41-C53B-62E5-03BF934A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C8E23-4277-12D9-0666-15F089B0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2B7E8-B4D5-0446-06C2-390DAC60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4915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84DC-DADC-70A5-3865-8B24799C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79D7A-E405-7FFD-9C4C-3CCEBBF2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3F62E-C90B-B607-D543-869032CA3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DD55F-A0C2-3428-328C-CCF8626C0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941BF-62F8-E50F-F29F-D26B1BE6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A2BD2-1C1F-2C13-6EB2-7F8E77C7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5116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6BAA-A346-FF5A-3F29-62866B8AE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8CB1C-828F-484D-4D6C-F9B630748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2A467-1BB5-B393-1669-961E88A2E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93748-4B2D-01DA-EE38-46F9AB6F1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C3374-A991-EFD8-779C-8CE712C00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DDAE6-AD9D-F367-DC92-AC068CE4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8D93F-58E3-7485-1D6A-17E10999F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D2F5F-E317-B392-D494-BE22B111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0772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BE15B-0F22-8521-D912-6FF95D1C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C2567-C42E-C45D-E5AE-E108E194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E695-3FEF-B13B-16CE-636B4254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283FB-0B1D-7727-BEEA-D49F9590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992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0D888-EB91-ACB0-5999-619A6355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C461CD-1128-95C2-80EF-2346C28E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42B93-72B8-6B5B-EA8A-495B3C21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0717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60CAE-6FE0-0BEB-5560-5964B2FF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34B04-5B66-BAC6-6B7B-0A7C13F33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A2AA1-ED9E-C384-D5EC-1EFB75DB1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43029-3915-C101-170E-736A36B2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AB51F-3143-F9C2-AC4F-FA974C6A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EDBFC-9521-FB9B-2259-78A96F36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5084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B0D4-B25B-E9D5-82CB-43010936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96699-8B05-0EE6-C6DD-52AC365CB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9C347-2221-BAF0-DBA7-A63AE6431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76312-3428-DA37-E2D2-96F6C7AF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706E1-2B49-982E-5294-B8D3DBB9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A758B-B9D7-4779-5152-6BDB7700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4525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7B97-82DD-8D76-0D3E-541959AA5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68A9E-4EFD-9294-FAB2-9BF8CD422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386E-86A9-0BC7-3707-40671D9B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6B45A-E78E-4352-B232-D4ADED41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18528-9D74-DCCC-64CE-D2F2669A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363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CD2958-225F-BC8B-2879-CFE408BD5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148C4-32D8-5706-ED7F-01922951A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802C8-CBA0-E9CB-8C56-3D46BFF1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EAF53-3981-8048-F3DE-962E988CF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EFFEA-F5EC-38E6-96E8-7ADF9591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831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segl st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0628" b="7654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Klik for at tilføje titel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Klik for at tilføje undertitel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3EC545E-1E39-4013-A907-D4C8F3E3A8B4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60304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83167" y="619125"/>
            <a:ext cx="10623552" cy="86518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783167" y="1635125"/>
            <a:ext cx="10623551" cy="4668178"/>
          </a:xfrm>
        </p:spPr>
        <p:txBody>
          <a:bodyPr vert="horz" lIns="0" tIns="0" rIns="0" bIns="0" rtlCol="0">
            <a:noAutofit/>
          </a:bodyPr>
          <a:lstStyle>
            <a:lvl1pPr>
              <a:defRPr lang="da-DK" baseline="0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3CBA-FE51-40BA-9B41-89C7FDAF5BF4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1202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lil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0628" b="7654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Klik for at tilføje titel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1939100-E010-4143-9AE4-D4252D808A58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8349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st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0628" b="7654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Klik for at tilføje titel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Klik for at tilføje undertitel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3EC545E-1E39-4013-A907-D4C8F3E3A8B4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888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 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Klik for at tilføje titel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/>
            </a:lvl1pPr>
          </a:lstStyle>
          <a:p>
            <a:pPr lvl="0"/>
            <a:r>
              <a:rPr lang="en-GB"/>
              <a:t>Navn på oplægsholder, KU-enhed, sted og dato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E5195FB-CC23-4662-BC95-6C4057FF490E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7935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 billede stor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9210F5A1-BA4C-C241-930B-E24AB0E14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/>
            </a:lvl1pPr>
          </a:lstStyle>
          <a:p>
            <a:pPr lvl="0"/>
            <a:r>
              <a:rPr lang="en-GB"/>
              <a:t>Navn på oplægsholder, KU-enhed, sted og dato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Klik for at tilføje undertitel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Klik for at tilføje titel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50C8D61-CF2F-4293-9A1F-6B0C79C373C6}" type="datetime1">
              <a:rPr lang="en-GB" smtClean="0"/>
              <a:t>04/08/2026</a:t>
            </a:fld>
            <a:endParaRPr lang="en-GB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1304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en-GB"/>
              <a:t> Klik på ikonet, hvis du vil indsætte et billede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Klik for at tilføje titel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/>
              <a:t>Navn på oplægsholder, KU-enhed, sted og dato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4D99FEB-2FC3-4FA6-9F36-280592A4EBA0}" type="datetime1">
              <a:rPr lang="en-GB" smtClean="0"/>
              <a:t>04/08/2026</a:t>
            </a:fld>
            <a:endParaRPr lang="en-GB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0964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 Klik på ikonet, hvis du vil indsætte et billede</a:t>
            </a:r>
          </a:p>
        </p:txBody>
      </p:sp>
      <p:sp>
        <p:nvSpPr>
          <p:cNvPr id="2" name="Titel 2"/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Klik for at tilføje titel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Klik for at tilføje undertitel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/>
              <a:t>Navn på oplægsholder, KU-enhed, sted og dato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255E55A-4CBD-4745-9CAA-603B15E40F2A}" type="datetime1">
              <a:rPr lang="en-GB" smtClean="0"/>
              <a:t>04/08/2026</a:t>
            </a:fld>
            <a:endParaRPr lang="en-GB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3942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en-GB"/>
              <a:t>Klik for at indsætte tekst</a:t>
            </a:r>
          </a:p>
          <a:p>
            <a:pPr lvl="1"/>
            <a:r>
              <a:rPr lang="en-GB"/>
              <a:t>Andet niveau</a:t>
            </a:r>
          </a:p>
          <a:p>
            <a:pPr lvl="2"/>
            <a:r>
              <a:rPr lang="en-GB"/>
              <a:t>Tredje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5956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og to indholdsobjek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en-GB"/>
              <a:t>Klik for at indsætte tekst</a:t>
            </a:r>
          </a:p>
          <a:p>
            <a:pPr lvl="1"/>
            <a:r>
              <a:rPr lang="en-GB"/>
              <a:t>Andet niveau</a:t>
            </a:r>
          </a:p>
          <a:p>
            <a:pPr lvl="2"/>
            <a:r>
              <a:rPr lang="en-GB"/>
              <a:t>Tredje niveau</a:t>
            </a:r>
          </a:p>
          <a:p>
            <a:pPr lvl="3"/>
            <a:endParaRPr lang="en-GB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en-GB"/>
              <a:t>Klik for at indsætte tekst</a:t>
            </a:r>
          </a:p>
          <a:p>
            <a:pPr lvl="1"/>
            <a:r>
              <a:rPr lang="en-GB"/>
              <a:t>Andet niveau</a:t>
            </a:r>
          </a:p>
          <a:p>
            <a:pPr lvl="2"/>
            <a:r>
              <a:rPr lang="en-GB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B7A-445E-4B32-AE33-AE6AFA618291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110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>
          <p15:clr>
            <a:srgbClr val="F26B43"/>
          </p15:clr>
        </p15:guide>
        <p15:guide id="2" pos="3746">
          <p15:clr>
            <a:srgbClr val="F26B43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/>
              <a:t>Klik for at indsætte tekst</a:t>
            </a:r>
          </a:p>
          <a:p>
            <a:pPr lvl="1"/>
            <a:r>
              <a:rPr lang="en-GB"/>
              <a:t>Andet niveau</a:t>
            </a:r>
          </a:p>
          <a:p>
            <a:pPr lvl="2"/>
            <a:r>
              <a:rPr lang="en-GB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B346-6D22-4E2E-9D8A-0DE526CBF6C5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6753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en-GB"/>
              <a:t>Klik for at tilføje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A84-DC5F-4F54-86C4-3A3F71268220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7707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en-GB"/>
              <a:t>Klik for at tilføje overskrift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4F1A1-6766-441F-9F00-E93D521E50F3}" type="datetime1">
              <a:rPr lang="en-GB" smtClean="0"/>
              <a:t>04/08/2026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6143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4256D-1A02-4FDD-AA38-4D8490006FD4}" type="datetime1">
              <a:rPr lang="en-GB" smtClean="0"/>
              <a:t>04/08/2026</a:t>
            </a:fld>
            <a:endParaRPr lang="en-GB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6099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0A4E1C7-F811-4F51-BDA9-17EBB9618420}" type="datetime1">
              <a:rPr lang="en-GB" smtClean="0"/>
              <a:t>04/08/2026</a:t>
            </a:fld>
            <a:endParaRPr lang="en-GB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730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to bulletlis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tilføj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Klik for at indsætte tekst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en-GB"/>
              <a:t>Klik for at indsætte tekst</a:t>
            </a:r>
          </a:p>
          <a:p>
            <a:pPr lvl="1"/>
            <a:r>
              <a:rPr lang="en-GB"/>
              <a:t>Andet niveau</a:t>
            </a:r>
          </a:p>
          <a:p>
            <a:pPr lvl="2"/>
            <a:r>
              <a:rPr lang="en-GB"/>
              <a:t>Tredje niveau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8259-92F1-4C32-A312-C73CE2167131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79C41-6576-A494-B4DF-8A34076DB9A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en-GB" sz="1400" b="1">
                <a:solidFill>
                  <a:schemeClr val="bg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103108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>
          <p15:clr>
            <a:srgbClr val="F26B43"/>
          </p15:clr>
        </p15:guide>
        <p15:guide id="2" pos="3746">
          <p15:clr>
            <a:srgbClr val="F26B43"/>
          </p15:clr>
        </p15:guide>
        <p15:guide id="3" orient="horz" pos="1410">
          <p15:clr>
            <a:srgbClr val="F26B43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én bullet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Klik for at tilføje overskrift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GB"/>
              <a:t>Klik for at indsætte tekst</a:t>
            </a:r>
          </a:p>
          <a:p>
            <a:pPr lvl="1"/>
            <a:endParaRPr lang="en-GB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5082-3ECA-430B-8AFE-6C0254841555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89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5000" b="1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Klik for at tilføje tekst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Navn, kilde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2271-5E3D-4E06-BC0A-7C1022408CCC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388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Klik for at indsætte tekst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Klik for at indsætte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93FE-D5FA-4E0E-8FFF-8F10D57A1EC1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923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en-GB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76D0-1C54-4AA2-B3C6-9EDE760637A2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4ADEF-11A6-3C5E-1BA5-4CA81A2F71C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en-GB" sz="1400" b="1">
                <a:solidFill>
                  <a:schemeClr val="bg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845022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19F3-EBEC-4665-8131-8E409DE99ADE}" type="datetime1">
              <a:rPr lang="en-GB" smtClean="0"/>
              <a:t>04/08/2026</a:t>
            </a:fld>
            <a:endParaRPr lang="en-GB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GB"/>
              <a:t>Klik for at indsætte tekst...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Indsæt tekst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en-GB"/>
              <a:t>...klik for at indsætte tekst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65C0B-FFD6-8BEB-537E-1AEDA679D666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en-GB" sz="1400" b="1">
                <a:solidFill>
                  <a:schemeClr val="bg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783698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Indsæt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2B9D2-A192-42E6-9020-F3EAB57A6114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D2255-9E79-5D04-C4A9-288BF0CCD6B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en-GB" sz="1400" b="1">
                <a:solidFill>
                  <a:schemeClr val="tx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9124755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le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9CB1-FD99-442F-B632-7502FA9A3C45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Klik for at tilføje overskrift</a:t>
            </a:r>
          </a:p>
        </p:txBody>
      </p:sp>
    </p:spTree>
    <p:extLst>
      <p:ext uri="{BB962C8B-B14F-4D97-AF65-F5344CB8AC3E}">
        <p14:creationId xmlns:p14="http://schemas.microsoft.com/office/powerpoint/2010/main" val="41978299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høj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Klik for at indsætte tekst</a:t>
            </a:r>
          </a:p>
          <a:p>
            <a:pPr lvl="1"/>
            <a:r>
              <a:rPr lang="en-GB"/>
              <a:t>Andet niveau</a:t>
            </a:r>
          </a:p>
          <a:p>
            <a:pPr lvl="2"/>
            <a:r>
              <a:rPr lang="en-GB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6D48-5B3F-4C59-A9D8-68D0A39D6CD2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933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vens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5CAA0-42C1-41A7-86CE-BA2D8D2C2EF0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Klik for at tilføje overskrift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/>
              <a:t>Klik for at indsætte tekst</a:t>
            </a:r>
          </a:p>
          <a:p>
            <a:pPr lvl="1"/>
            <a:r>
              <a:rPr lang="en-GB"/>
              <a:t>Andet niveau</a:t>
            </a:r>
          </a:p>
          <a:p>
            <a:pPr lvl="2"/>
            <a:r>
              <a:rPr lang="en-GB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236086878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804492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073E-A784-466B-98E2-8BDE3F08A73A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277BB-5254-1D84-EA0B-F5AF633F0933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en-GB" sz="1400" b="1">
                <a:solidFill>
                  <a:schemeClr val="bg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07308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92E9-ED6E-4E2D-9447-0E7DB3FDA12F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DB20F-CD30-3447-301A-903E5BC5BED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en-GB" sz="1400" b="1">
                <a:solidFill>
                  <a:schemeClr val="bg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8260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804492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D7C1D-A477-4C13-845F-4C5AC4DEDF20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5C28F-4EA0-040C-C6B4-A14FC010CCCE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en-GB" sz="1400" b="1">
                <a:solidFill>
                  <a:schemeClr val="bg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349124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accent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2DB-13B5-430F-8C6F-F11F20BF0D18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58AF7-9740-8AD8-0C21-42A01D82832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en-GB" sz="1400" b="1">
                <a:solidFill>
                  <a:schemeClr val="bg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438108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DEF25-ACCC-4F90-BF7A-77B4DDE7678A}" type="datetime1">
              <a:rPr lang="en-GB" smtClean="0"/>
              <a:t>04/08/2026</a:t>
            </a:fld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727BB-AC18-C435-CD32-52483CA4B11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en-GB" sz="1400" b="1">
                <a:solidFill>
                  <a:schemeClr val="bg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30127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ørgsmål &amp; kommentar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8B2A5-1DCC-48EA-93B7-A2D65B200BE6}" type="datetime1">
              <a:rPr lang="en-GB" smtClean="0"/>
              <a:t>04/08/2026</a:t>
            </a:fld>
            <a:endParaRPr lang="en-GB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GB" sz="59500" b="1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en-GB"/>
              <a:t>Klik for at tilføje tekst...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en-GB" sz="1400" b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en-GB" sz="1400" b="1">
                <a:solidFill>
                  <a:schemeClr val="tx1"/>
                </a:solidFill>
                <a:latin typeface="Microsoft New Tai Lue"/>
              </a:rPr>
              <a:t>fed skrift</a:t>
            </a:r>
            <a:endParaRPr lang="en-GB" sz="1400" b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90307964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sz="3000">
                <a:solidFill>
                  <a:schemeClr val="tx1"/>
                </a:solidFill>
              </a:rPr>
              <a:t>Brugerguide</a:t>
            </a:r>
            <a:r>
              <a:rPr lang="en-GB" baseline="0">
                <a:solidFill>
                  <a:schemeClr val="tx1"/>
                </a:solidFill>
              </a:rPr>
              <a:t> </a:t>
            </a:r>
            <a:r>
              <a:rPr lang="en-GB" sz="1800" baseline="0">
                <a:solidFill>
                  <a:schemeClr val="tx1"/>
                </a:solidFill>
              </a:rPr>
              <a:t>– </a:t>
            </a:r>
            <a:r>
              <a:rPr lang="en-GB" sz="1800">
                <a:solidFill>
                  <a:schemeClr val="tx1"/>
                </a:solidFill>
              </a:rPr>
              <a:t>Slet, før du færdiggør din</a:t>
            </a:r>
            <a:r>
              <a:rPr lang="en-GB" sz="1800" baseline="0">
                <a:solidFill>
                  <a:schemeClr val="tx1"/>
                </a:solidFill>
              </a:rPr>
              <a:t> </a:t>
            </a:r>
            <a:r>
              <a:rPr lang="en-GB" sz="1800">
                <a:solidFill>
                  <a:schemeClr val="tx1"/>
                </a:solidFill>
              </a:rPr>
              <a:t>præsentation</a:t>
            </a:r>
          </a:p>
        </p:txBody>
      </p:sp>
      <p:sp>
        <p:nvSpPr>
          <p:cNvPr id="48" name="Text Box 48"/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42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KU-skabeloner til PowerPoint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åbner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PowerPoint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din KU-pc,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åbner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skabelon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16:9-format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og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med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dansk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KU-logo.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klikker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KU-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fanen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værktøjslinjen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kan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via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knappen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”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Skabelon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mellem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skabeloner</a:t>
            </a:r>
            <a:endParaRPr lang="en-GB" sz="8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henholdsvis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dansk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og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engelsk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”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fuld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eller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”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lille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” version (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den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fulde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version ser du et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eksempel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hver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diastype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venstrespalten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88900" lvl="0" indent="-88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/>
            </a:pP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samt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demopræsentation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med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indsat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tekst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engelsk</a:t>
            </a:r>
            <a:endParaRPr lang="en-GB" sz="8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Hvis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bruger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”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fuld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” version,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skal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slette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dias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du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ikke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vil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bruge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Mac-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brugere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m.fl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kan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hente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PowerPoint-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skabelonerne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baseline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www.designguide.ku.dk/skabeloner/powerpoint/</a:t>
            </a:r>
            <a:br>
              <a:rPr lang="en-GB" sz="80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</a:br>
            <a:r>
              <a:rPr lang="en-GB" sz="800" err="1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praesentationer</a:t>
            </a:r>
            <a:r>
              <a:rPr lang="en-GB" sz="80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</a:t>
            </a:r>
            <a:endParaRPr lang="en-GB" sz="80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 Box 48"/>
          <p:cNvSpPr txBox="1">
            <a:spLocks noChangeArrowheads="1"/>
          </p:cNvSpPr>
          <p:nvPr userDrawn="1"/>
        </p:nvSpPr>
        <p:spPr bwMode="auto">
          <a:xfrm>
            <a:off x="2576655" y="4237555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 din enheds navn (fx institut), sidenummer og dato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Indsæt</a:t>
            </a:r>
            <a:r>
              <a:rPr lang="en-GB" sz="800" b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topmenuen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Sidehoved </a:t>
            </a:r>
            <a:r>
              <a:rPr lang="en-GB" sz="800" b="1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og</a:t>
            </a:r>
            <a:r>
              <a:rPr lang="en-GB" sz="800" b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Sidefod</a:t>
            </a:r>
            <a:endParaRPr lang="en-GB" sz="800" b="1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Udfyld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felterne</a:t>
            </a:r>
            <a:endParaRPr lang="en-GB" sz="8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</a:t>
            </a:r>
            <a:r>
              <a:rPr lang="en-GB" sz="800" b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b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alle 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eller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hvis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det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kun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skal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være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enkelt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dias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/slide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Oplysningerne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placeres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højre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side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af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den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grå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topbjælke</a:t>
            </a:r>
            <a:r>
              <a:rPr lang="en-GB" sz="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0" name="Text Box 48"/>
          <p:cNvSpPr txBox="1">
            <a:spLocks noChangeArrowheads="1"/>
          </p:cNvSpPr>
          <p:nvPr userDrawn="1"/>
        </p:nvSpPr>
        <p:spPr bwMode="auto">
          <a:xfrm>
            <a:off x="587375" y="5678667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Lav nyt dias/slide (hhv. 2010- + 2013- og 2016-version) 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</p:txBody>
      </p:sp>
      <p:pic>
        <p:nvPicPr>
          <p:cNvPr id="51" name="Billede 40"/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940574"/>
            <a:ext cx="395416" cy="126627"/>
          </a:xfrm>
          <a:prstGeom prst="rect">
            <a:avLst/>
          </a:prstGeom>
        </p:spPr>
      </p:pic>
      <p:sp>
        <p:nvSpPr>
          <p:cNvPr id="52" name="Text Box 48"/>
          <p:cNvSpPr txBox="1">
            <a:spLocks noChangeArrowheads="1"/>
          </p:cNvSpPr>
          <p:nvPr userDrawn="1"/>
        </p:nvSpPr>
        <p:spPr bwMode="auto">
          <a:xfrm>
            <a:off x="2587038" y="2582327"/>
            <a:ext cx="1624241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Diastype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Vælg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dit nuværende dias/slide til et alternativt layout</a:t>
            </a:r>
          </a:p>
        </p:txBody>
      </p:sp>
      <p:sp>
        <p:nvSpPr>
          <p:cNvPr id="53" name="Text Box 48"/>
          <p:cNvSpPr txBox="1">
            <a:spLocks noChangeArrowheads="1"/>
          </p:cNvSpPr>
          <p:nvPr userDrawn="1"/>
        </p:nvSpPr>
        <p:spPr bwMode="auto">
          <a:xfrm>
            <a:off x="2576655" y="3571524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Skrift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 Anvender skriften Microsoft New Tai Lue i PowerPoint.</a:t>
            </a:r>
            <a:endParaRPr lang="en-GB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4" name="Text Box 48"/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se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Klik på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Gitterlinjer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og/eller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etablere flere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Før musen over en eksisterende hjælpelinje og klik på linjen (koordinater på linjen vises)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nede, mens du flytter placeringen af den eksisterende linje (tilføjer en ny)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Tryk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Alt + F9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hurtig visning af hjælpelinjer</a:t>
            </a:r>
          </a:p>
        </p:txBody>
      </p:sp>
      <p:sp>
        <p:nvSpPr>
          <p:cNvPr id="55" name="Text Box 48"/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192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billede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På layouts med billedholder: Klik på ikon og vælg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Teksten ”Klik her, hvis du vil udskifte billedet” bliver ikke vist i din præsentation.  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hente KU-billeder, som er tilpasset og minimeret til 16:9-format via dette link:</a:t>
            </a:r>
            <a:b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/>
              </a:rPr>
              <a:t>https://image.ku.dk/shared/hWmEPPfgximErBNWW58CxRIZfLkOMC9n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slideshow-visning for at gøre linket aktivt.</a:t>
            </a:r>
          </a:p>
        </p:txBody>
      </p:sp>
      <p:sp>
        <p:nvSpPr>
          <p:cNvPr id="56" name="Text Box 48"/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Billedstørrelser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 optimale billedstørrelser 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Gem billederne i 72 dpi og i ”jpg-medium-kvalitet”</a:t>
            </a:r>
          </a:p>
        </p:txBody>
      </p:sp>
      <p:sp>
        <p:nvSpPr>
          <p:cNvPr id="57" name="Text Box 48"/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 billede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Klik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at ændre billedets fokus/størrelse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Ønsker du at skalere billedet, så hold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-knappen nede, mens du trækker i billedets hjørner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billedet og vælg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</p:txBody>
      </p:sp>
      <p:sp>
        <p:nvSpPr>
          <p:cNvPr id="58" name="Text Box 48"/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88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Skabelonens farver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vælge mellem en række farver til baggrunde og grafer.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den flade, du vil skifte farve på, og derefter malerbøtte-ikonet (Fyldfarve til figur)</a:t>
            </a:r>
          </a:p>
        </p:txBody>
      </p:sp>
      <p:sp>
        <p:nvSpPr>
          <p:cNvPr id="59" name="Text Box 48"/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Mere information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</a:t>
            </a:r>
            <a: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designguiden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på</a:t>
            </a:r>
            <a:b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/>
              </a:rPr>
              <a:t>www.designguide.ku.dk/skabeloner/powerpoint/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/>
              </a:rPr>
              <a:t>praesentationer/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0" name="Billede 2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61" name="Billede 3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62" name="Billede 3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63" name="Text Box 48"/>
          <p:cNvSpPr txBox="1">
            <a:spLocks noChangeArrowheads="1"/>
          </p:cNvSpPr>
          <p:nvPr userDrawn="1"/>
        </p:nvSpPr>
        <p:spPr bwMode="auto">
          <a:xfrm>
            <a:off x="2564067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knappen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Nyt dias/Nyt slide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på øverste del af knappen for at oprette i et dias/slide magen til det markerede. Klik på nederste del for at se et udvalg af mulige layoutvalg</a:t>
            </a:r>
            <a:endParaRPr lang="en-GB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4" name="Billede 39"/>
          <p:cNvPicPr>
            <a:picLocks noChangeAspect="1"/>
          </p:cNvPicPr>
          <p:nvPr userDrawn="1"/>
        </p:nvPicPr>
        <p:blipFill rotWithShape="1">
          <a:blip r:embed="rId3"/>
          <a:srcRect l="2931" r="60888"/>
          <a:stretch/>
        </p:blipFill>
        <p:spPr>
          <a:xfrm>
            <a:off x="4231619" y="1844048"/>
            <a:ext cx="235367" cy="418987"/>
          </a:xfrm>
          <a:prstGeom prst="rect">
            <a:avLst/>
          </a:prstGeom>
        </p:spPr>
      </p:pic>
      <p:sp>
        <p:nvSpPr>
          <p:cNvPr id="65" name="Freeform 10"/>
          <p:cNvSpPr>
            <a:spLocks noChangeAspect="1"/>
          </p:cNvSpPr>
          <p:nvPr userDrawn="1"/>
        </p:nvSpPr>
        <p:spPr>
          <a:xfrm rot="19800000">
            <a:off x="4404080" y="1900198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6" name="Freeform 10"/>
          <p:cNvSpPr>
            <a:spLocks noChangeAspect="1"/>
          </p:cNvSpPr>
          <p:nvPr userDrawn="1"/>
        </p:nvSpPr>
        <p:spPr>
          <a:xfrm rot="19800000">
            <a:off x="4416414" y="2138150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FA96AD4B-435A-4D0A-87A0-F4000646B7B6}" type="datetime1">
              <a:rPr lang="en-GB" smtClean="0"/>
              <a:t>04/08/2026</a:t>
            </a:fld>
            <a:endParaRPr lang="en-GB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93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33" Type="http://schemas.openxmlformats.org/officeDocument/2006/relationships/image" Target="../media/image13.png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image" Target="../media/image6.emf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Relationship Id="rId8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583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9" r:id="rId2"/>
    <p:sldLayoutId id="2147483706" r:id="rId3"/>
    <p:sldLayoutId id="2147483698" r:id="rId4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bg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373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650" r:id="rId2"/>
    <p:sldLayoutId id="2147483683" r:id="rId3"/>
    <p:sldLayoutId id="2147483695" r:id="rId4"/>
    <p:sldLayoutId id="2147483686" r:id="rId5"/>
    <p:sldLayoutId id="2147483734" r:id="rId6"/>
    <p:sldLayoutId id="2147483682" r:id="rId7"/>
    <p:sldLayoutId id="2147483696" r:id="rId8"/>
    <p:sldLayoutId id="2147483737" r:id="rId9"/>
    <p:sldLayoutId id="2147483741" r:id="rId10"/>
    <p:sldLayoutId id="2147483691" r:id="rId11"/>
    <p:sldLayoutId id="2147483740" r:id="rId12"/>
    <p:sldLayoutId id="2147483694" r:id="rId13"/>
    <p:sldLayoutId id="2147483743" r:id="rId14"/>
    <p:sldLayoutId id="2147483677" r:id="rId15"/>
    <p:sldLayoutId id="2147483710" r:id="rId16"/>
    <p:sldLayoutId id="2147483672" r:id="rId17"/>
    <p:sldLayoutId id="2147483804" r:id="rId18"/>
    <p:sldLayoutId id="2147483805" r:id="rId19"/>
    <p:sldLayoutId id="2147483806" r:id="rId20"/>
    <p:sldLayoutId id="2147483807" r:id="rId21"/>
    <p:sldLayoutId id="2147483810" r:id="rId22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>
          <a:solidFill>
            <a:schemeClr val="tx2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77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25" r:id="rId2"/>
    <p:sldLayoutId id="2147483709" r:id="rId3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bg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99927C-27DD-7F93-1867-24F8D13F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39F6E-AB8B-AC86-0AB0-E907A8B94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45D71-C784-3898-B9D3-B22075BA0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72A01-43CF-4CAF-8D8D-5F4A0264C54C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5C45B-0400-2ECB-423B-3CA649D06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D3DC0-0043-81C3-188B-3073091E3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271A5-2B55-4DC4-B0F0-797BD63A9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733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Klik for at redigere i master</a:t>
            </a:r>
          </a:p>
          <a:p>
            <a:pPr lvl="1"/>
            <a:r>
              <a:rPr lang="en-GB"/>
              <a:t>Andet niveau</a:t>
            </a:r>
          </a:p>
          <a:p>
            <a:pPr lvl="2"/>
            <a:r>
              <a:rPr lang="en-GB"/>
              <a:t>Tredje niveau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8" y="96467"/>
            <a:ext cx="2346641" cy="159521"/>
          </a:xfrm>
          <a:prstGeom prst="rect">
            <a:avLst/>
          </a:prstGeom>
        </p:spPr>
      </p:pic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7A056A0C-BA80-48B5-9C35-4A96F80DBB77}" type="datetime1">
              <a:rPr lang="en-GB" smtClean="0"/>
              <a:t>04/08/2026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46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45" r:id="rId20"/>
    <p:sldLayoutId id="2147483846" r:id="rId21"/>
    <p:sldLayoutId id="2147483847" r:id="rId22"/>
    <p:sldLayoutId id="2147483848" r:id="rId23"/>
    <p:sldLayoutId id="2147483849" r:id="rId24"/>
    <p:sldLayoutId id="2147483850" r:id="rId25"/>
    <p:sldLayoutId id="2147483851" r:id="rId26"/>
    <p:sldLayoutId id="2147483852" r:id="rId27"/>
    <p:sldLayoutId id="2147483853" r:id="rId28"/>
    <p:sldLayoutId id="2147483854" r:id="rId29"/>
    <p:sldLayoutId id="2147483855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+mj-lt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pos="371">
          <p15:clr>
            <a:srgbClr val="F26B43"/>
          </p15:clr>
        </p15:guide>
        <p15:guide id="6" pos="7308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ghthouse.ku.dk/kontak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DA_BDD57DF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C0_248573DD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eic.ec.europa.eu/eic-funding-opportunities/eic-pathfinder_en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ic.ec.europa.eu/eic-funding-opportunities/eic-pathfinder_en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eic.ec.europa.eu/eic-funding-opportunities/eic-transition_en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eic.ec.europa.eu/events/online-info-day-eic-work-programme-2026-advanced-innovation-challenges-2025-11-17_en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rekanetwork.org/programmes-and-calls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www.eurekanetwork.org/programmes-and-calls/eurostars/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kunet.ku.dk/medarbejderguide/Sider/Forskning/Proof-concept-pulje.aspx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POC@adm.ku.dk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kunet.ku.dk/medarbejderguide/Sider/Forskning/Proof-concept-pulje.aspx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POC@adm.ku.dk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denmark.ku.dk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spinouts.dk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healthsciences.ku.dk/innovation/open-entrepreneurship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open-entrepreneurship.com/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innovationsfonden.dk/sites/default/files/2019-03/technology_readiness_levels_-_trl.pdf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3.xml"/><Relationship Id="rId5" Type="http://schemas.openxmlformats.org/officeDocument/2006/relationships/hyperlink" Target="https://kthinnovationreadinesslevel.com/" TargetMode="External"/><Relationship Id="rId4" Type="http://schemas.openxmlformats.org/officeDocument/2006/relationships/hyperlink" Target="https://innovationsfonden.dk/sites/default/files/2019-03/societal_readiness_levels_-_srl.pdf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1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77_A50D9BAA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mailto:lighthouse@ku.dk" TargetMode="External"/><Relationship Id="rId3" Type="http://schemas.openxmlformats.org/officeDocument/2006/relationships/image" Target="../media/image34.svg"/><Relationship Id="rId7" Type="http://schemas.openxmlformats.org/officeDocument/2006/relationships/hyperlink" Target="https://kunet.ku.dk/medarbejderguide/Sider/Forskning/Funding.aspx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8.xml"/><Relationship Id="rId6" Type="http://schemas.openxmlformats.org/officeDocument/2006/relationships/hyperlink" Target="mailto:SUND-JURA@adm.ku.dk" TargetMode="External"/><Relationship Id="rId5" Type="http://schemas.openxmlformats.org/officeDocument/2006/relationships/hyperlink" Target="https://kunet.ku.dk/medarbejderguide/Sider/Forskning/Innovation.aspx" TargetMode="External"/><Relationship Id="rId10" Type="http://schemas.openxmlformats.org/officeDocument/2006/relationships/hyperlink" Target="https://lighthouse.ku.dk/" TargetMode="External"/><Relationship Id="rId4" Type="http://schemas.openxmlformats.org/officeDocument/2006/relationships/hyperlink" Target="https://www.linkedin.com/company/lighthouse/posts/?feedView=all" TargetMode="External"/><Relationship Id="rId9" Type="http://schemas.openxmlformats.org/officeDocument/2006/relationships/hyperlink" Target="https://www.instagram.com/kulighthouse/?hl=da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2.xml"/><Relationship Id="rId6" Type="http://schemas.openxmlformats.org/officeDocument/2006/relationships/hyperlink" Target="mailto:forskningsfinansiering-soendre@adm.ku.dk" TargetMode="External"/><Relationship Id="rId5" Type="http://schemas.openxmlformats.org/officeDocument/2006/relationships/hyperlink" Target="mailto:forskningsfinansiering-noerre@adm.ku.dk" TargetMode="External"/><Relationship Id="rId4" Type="http://schemas.openxmlformats.org/officeDocument/2006/relationships/hyperlink" Target="mailto:forskningsfinansiering-frbplus@adm.ku.d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86044" y="5814745"/>
            <a:ext cx="644873" cy="812411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901A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209123" y="5889752"/>
            <a:ext cx="3773755" cy="28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spc="-36" dirty="0">
                <a:solidFill>
                  <a:srgbClr val="DA3D25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KU</a:t>
            </a:r>
            <a:r>
              <a:rPr kumimoji="0" lang="en-US" sz="1200" b="1" i="0" u="none" strike="noStrike" kern="1200" cap="none" spc="-36" normalizeH="0" baseline="0" noProof="0" dirty="0">
                <a:ln>
                  <a:noFill/>
                </a:ln>
                <a:solidFill>
                  <a:srgbClr val="DA3D25"/>
                </a:solidFill>
                <a:effectLst/>
                <a:uLnTx/>
                <a:uFillTx/>
                <a:latin typeface="EB Garamond Semi-Bold"/>
                <a:ea typeface="EB Garamond Semi-Bold"/>
                <a:cs typeface="EB Garamond Semi-Bold"/>
                <a:sym typeface="EB Garamond Semi-Bold"/>
              </a:rPr>
              <a:t> INNOVATION AND EXTERNAL PARTNERSHIPS </a:t>
            </a:r>
          </a:p>
          <a:p>
            <a:pPr marL="0" marR="0" lvl="0" indent="0" algn="ctr" defTabSz="609630" rtl="0" eaLnBrk="1" fontAlgn="auto" latinLnBrk="0" hangingPunct="1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36" normalizeH="0" baseline="0" noProof="0" dirty="0">
                <a:ln>
                  <a:noFill/>
                </a:ln>
                <a:solidFill>
                  <a:srgbClr val="DA3D25"/>
                </a:solidFill>
                <a:effectLst/>
                <a:uLnTx/>
                <a:uFillTx/>
                <a:latin typeface="EB Garamond Semi-Bold"/>
                <a:ea typeface="EB Garamond Semi-Bold"/>
                <a:cs typeface="EB Garamond Semi-Bold"/>
                <a:sym typeface="EB Garamond Semi-Bold"/>
              </a:rPr>
              <a:t>KU RESEARCH SUPPORT OFFICES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8079" y="5938502"/>
            <a:ext cx="1675563" cy="28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36" normalizeH="0" baseline="0" noProof="0" dirty="0">
                <a:ln>
                  <a:noFill/>
                </a:ln>
                <a:solidFill>
                  <a:srgbClr val="DA3D25"/>
                </a:solidFill>
                <a:effectLst/>
                <a:uLnTx/>
                <a:uFillTx/>
                <a:latin typeface="EB Garamond Semi-Bold"/>
                <a:ea typeface="EB Garamond Semi-Bold"/>
                <a:cs typeface="EB Garamond Semi-Bold"/>
                <a:sym typeface="EB Garamond Semi-Bold"/>
              </a:rPr>
              <a:t>PRESENTATION</a:t>
            </a:r>
          </a:p>
          <a:p>
            <a:pPr marL="0" marR="0" lvl="0" indent="0" algn="l" defTabSz="609630" rtl="0" eaLnBrk="1" fontAlgn="auto" latinLnBrk="0" hangingPunct="1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36" normalizeH="0" baseline="0" noProof="0" dirty="0">
                <a:ln>
                  <a:noFill/>
                </a:ln>
                <a:solidFill>
                  <a:srgbClr val="DA3D25"/>
                </a:solidFill>
                <a:effectLst/>
                <a:uLnTx/>
                <a:uFillTx/>
                <a:latin typeface="EB Garamond"/>
                <a:ea typeface="EB Garamond"/>
                <a:cs typeface="EB Garamond"/>
                <a:sym typeface="EB Garamond"/>
              </a:rPr>
              <a:t>August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2960" y="2270820"/>
            <a:ext cx="11587956" cy="2308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19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67" b="1" i="0" u="none" strike="noStrike" kern="1200" cap="none" spc="0" normalizeH="0" baseline="0" noProof="0" dirty="0">
                <a:ln>
                  <a:noFill/>
                </a:ln>
                <a:solidFill>
                  <a:srgbClr val="901A1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INNOVATION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86A01-53C9-B240-E2A6-F38B4DE1B193}"/>
              </a:ext>
            </a:extLst>
          </p:cNvPr>
          <p:cNvSpPr txBox="1"/>
          <p:nvPr/>
        </p:nvSpPr>
        <p:spPr>
          <a:xfrm>
            <a:off x="302021" y="1803400"/>
            <a:ext cx="11587956" cy="118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7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67" b="1" i="0" u="none" strike="noStrike" kern="1200" cap="none" spc="0" normalizeH="0" baseline="0" noProof="0" dirty="0">
                <a:ln>
                  <a:noFill/>
                </a:ln>
                <a:solidFill>
                  <a:srgbClr val="DA3D25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C79CB8-0847-D75E-2D07-A1618908B1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421" y="4708408"/>
            <a:ext cx="11933158" cy="1674419"/>
          </a:xfrm>
        </p:spPr>
        <p:txBody>
          <a:bodyPr/>
          <a:lstStyle/>
          <a:p>
            <a:r>
              <a:rPr lang="en-GB" sz="2000" dirty="0"/>
              <a:t>Danish and European grants for research, innovation, and entrepreneurship</a:t>
            </a:r>
          </a:p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A23D9-DED8-BAC3-072B-C5A6B4715A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7000" dirty="0"/>
              <a:t>Funding </a:t>
            </a:r>
          </a:p>
          <a:p>
            <a:r>
              <a:rPr lang="en-GB" sz="7000" dirty="0"/>
              <a:t>Programmes </a:t>
            </a:r>
          </a:p>
          <a:p>
            <a:r>
              <a:rPr lang="en-GB" sz="7000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C5467-4760-C325-E0E2-6460E17530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August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7F2CD-8CB9-4C5D-D632-8D806AF2F9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D1A781-DA8D-2BA4-5EBC-D0E78C378B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Collaboration between </a:t>
            </a:r>
            <a:r>
              <a:rPr lang="en-GB" dirty="0" err="1"/>
              <a:t>preaward</a:t>
            </a:r>
            <a:r>
              <a:rPr lang="en-GB" dirty="0"/>
              <a:t> teams and KU Lighthouse on funding opportunities</a:t>
            </a:r>
          </a:p>
        </p:txBody>
      </p:sp>
    </p:spTree>
    <p:extLst>
      <p:ext uri="{BB962C8B-B14F-4D97-AF65-F5344CB8AC3E}">
        <p14:creationId xmlns:p14="http://schemas.microsoft.com/office/powerpoint/2010/main" val="297038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414FF22-AAC1-515E-9D19-3961EA67AF16}"/>
              </a:ext>
            </a:extLst>
          </p:cNvPr>
          <p:cNvGraphicFramePr/>
          <p:nvPr/>
        </p:nvGraphicFramePr>
        <p:xfrm>
          <a:off x="1194486" y="1593335"/>
          <a:ext cx="9404864" cy="7193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2C61A01C-E30A-8164-7F81-BC9054AFB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11" y="161964"/>
            <a:ext cx="7950643" cy="618429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265317"/>
                </a:solidFill>
              </a:rPr>
              <a:t>Innovation Funding Landscape: major funding bodies</a:t>
            </a:r>
            <a:endParaRPr lang="en-GB" sz="2400" b="1" dirty="0"/>
          </a:p>
        </p:txBody>
      </p:sp>
      <p:sp>
        <p:nvSpPr>
          <p:cNvPr id="7" name="Rektangel 30">
            <a:extLst>
              <a:ext uri="{FF2B5EF4-FFF2-40B4-BE49-F238E27FC236}">
                <a16:creationId xmlns:a16="http://schemas.microsoft.com/office/drawing/2014/main" id="{D52F660B-AD1F-23FB-5A55-EAB8BA725587}"/>
              </a:ext>
            </a:extLst>
          </p:cNvPr>
          <p:cNvSpPr/>
          <p:nvPr/>
        </p:nvSpPr>
        <p:spPr>
          <a:xfrm>
            <a:off x="3291839" y="895949"/>
            <a:ext cx="5472859" cy="297059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 Pillar 2 Global Challenges RIA/IA</a:t>
            </a:r>
          </a:p>
        </p:txBody>
      </p:sp>
      <p:sp>
        <p:nvSpPr>
          <p:cNvPr id="8" name="Rektangel 31">
            <a:extLst>
              <a:ext uri="{FF2B5EF4-FFF2-40B4-BE49-F238E27FC236}">
                <a16:creationId xmlns:a16="http://schemas.microsoft.com/office/drawing/2014/main" id="{94335825-D8C7-8125-0A9F-9450E5F45C77}"/>
              </a:ext>
            </a:extLst>
          </p:cNvPr>
          <p:cNvSpPr/>
          <p:nvPr/>
        </p:nvSpPr>
        <p:spPr>
          <a:xfrm>
            <a:off x="2191265" y="1240314"/>
            <a:ext cx="3416026" cy="269249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 Pillar 3 EIC Pathfinder/ Open</a:t>
            </a:r>
          </a:p>
        </p:txBody>
      </p:sp>
      <p:sp>
        <p:nvSpPr>
          <p:cNvPr id="10" name="Rektangel 34">
            <a:extLst>
              <a:ext uri="{FF2B5EF4-FFF2-40B4-BE49-F238E27FC236}">
                <a16:creationId xmlns:a16="http://schemas.microsoft.com/office/drawing/2014/main" id="{0014E289-51EA-70E3-9281-D902F3C88974}"/>
              </a:ext>
            </a:extLst>
          </p:cNvPr>
          <p:cNvSpPr/>
          <p:nvPr/>
        </p:nvSpPr>
        <p:spPr>
          <a:xfrm>
            <a:off x="4235792" y="2663914"/>
            <a:ext cx="6219650" cy="501325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Innovation Fund Denmark (IFD)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Plant-Based Food Grant (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Plantefonden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</p:txBody>
      </p:sp>
      <p:sp>
        <p:nvSpPr>
          <p:cNvPr id="11" name="Rektangel 35">
            <a:extLst>
              <a:ext uri="{FF2B5EF4-FFF2-40B4-BE49-F238E27FC236}">
                <a16:creationId xmlns:a16="http://schemas.microsoft.com/office/drawing/2014/main" id="{F7548FCF-C987-ACE3-C349-AAE7E03CC631}"/>
              </a:ext>
            </a:extLst>
          </p:cNvPr>
          <p:cNvSpPr/>
          <p:nvPr/>
        </p:nvSpPr>
        <p:spPr>
          <a:xfrm>
            <a:off x="5802179" y="3567231"/>
            <a:ext cx="3734806" cy="524227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GUDP/EUDP/MUDP/ VUDP (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Udviklings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og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Demonstrations-programmer)</a:t>
            </a:r>
          </a:p>
        </p:txBody>
      </p:sp>
      <p:sp>
        <p:nvSpPr>
          <p:cNvPr id="12" name="Rektangel 33">
            <a:extLst>
              <a:ext uri="{FF2B5EF4-FFF2-40B4-BE49-F238E27FC236}">
                <a16:creationId xmlns:a16="http://schemas.microsoft.com/office/drawing/2014/main" id="{B45D9C0B-3D29-2386-2446-D2F520ECC9A7}"/>
              </a:ext>
            </a:extLst>
          </p:cNvPr>
          <p:cNvSpPr/>
          <p:nvPr/>
        </p:nvSpPr>
        <p:spPr>
          <a:xfrm>
            <a:off x="2152765" y="1590466"/>
            <a:ext cx="2905794" cy="44016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Novo Nordisk Foundation</a:t>
            </a:r>
          </a:p>
        </p:txBody>
      </p:sp>
      <p:sp>
        <p:nvSpPr>
          <p:cNvPr id="1906" name="TextBox 1905">
            <a:extLst>
              <a:ext uri="{FF2B5EF4-FFF2-40B4-BE49-F238E27FC236}">
                <a16:creationId xmlns:a16="http://schemas.microsoft.com/office/drawing/2014/main" id="{32E203D1-420B-CFB2-FBDD-FA17C4FF85E6}"/>
              </a:ext>
            </a:extLst>
          </p:cNvPr>
          <p:cNvSpPr txBox="1"/>
          <p:nvPr/>
        </p:nvSpPr>
        <p:spPr>
          <a:xfrm>
            <a:off x="2150076" y="4827373"/>
            <a:ext cx="304525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Basic research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Concept formulation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Proof of concept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07" name="TextBox 1906">
            <a:extLst>
              <a:ext uri="{FF2B5EF4-FFF2-40B4-BE49-F238E27FC236}">
                <a16:creationId xmlns:a16="http://schemas.microsoft.com/office/drawing/2014/main" id="{FF091DA4-F81C-3A20-8A18-7B53F2175DDB}"/>
              </a:ext>
            </a:extLst>
          </p:cNvPr>
          <p:cNvSpPr txBox="1"/>
          <p:nvPr/>
        </p:nvSpPr>
        <p:spPr>
          <a:xfrm>
            <a:off x="4902886" y="4834237"/>
            <a:ext cx="314136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A7D2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Laboratory testing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A7D2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Prototype development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A7D2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Validation in relevant environment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8A21E2AC-4E23-F0C9-D0B4-66A4216C97D7}"/>
              </a:ext>
            </a:extLst>
          </p:cNvPr>
          <p:cNvSpPr txBox="1"/>
          <p:nvPr/>
        </p:nvSpPr>
        <p:spPr>
          <a:xfrm>
            <a:off x="7250671" y="4834237"/>
            <a:ext cx="487130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 prototype demonstration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 proven in an operational environment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Successful deployment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DD4A80E9-631E-7F9E-F9AD-8A761035BAA4}"/>
              </a:ext>
            </a:extLst>
          </p:cNvPr>
          <p:cNvSpPr txBox="1"/>
          <p:nvPr/>
        </p:nvSpPr>
        <p:spPr>
          <a:xfrm>
            <a:off x="2191265" y="6042455"/>
            <a:ext cx="295600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1A98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Early-stage research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1A98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Preliminary testing of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1A98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technical and social solutions</a:t>
            </a:r>
          </a:p>
        </p:txBody>
      </p:sp>
      <p:sp>
        <p:nvSpPr>
          <p:cNvPr id="2138" name="TextBox 2137">
            <a:extLst>
              <a:ext uri="{FF2B5EF4-FFF2-40B4-BE49-F238E27FC236}">
                <a16:creationId xmlns:a16="http://schemas.microsoft.com/office/drawing/2014/main" id="{AB468027-D3E5-AC8C-35F0-630D944332AC}"/>
              </a:ext>
            </a:extLst>
          </p:cNvPr>
          <p:cNvSpPr txBox="1"/>
          <p:nvPr/>
        </p:nvSpPr>
        <p:spPr>
          <a:xfrm>
            <a:off x="5067644" y="6042454"/>
            <a:ext cx="286676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BF4F1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Demonstration of the technology in a relevant setting, addressing potential societal concerns </a:t>
            </a:r>
          </a:p>
        </p:txBody>
      </p:sp>
      <p:sp>
        <p:nvSpPr>
          <p:cNvPr id="2139" name="TextBox 2138">
            <a:extLst>
              <a:ext uri="{FF2B5EF4-FFF2-40B4-BE49-F238E27FC236}">
                <a16:creationId xmlns:a16="http://schemas.microsoft.com/office/drawing/2014/main" id="{8FD0016A-063E-9711-3EC4-D91A949F8D2E}"/>
              </a:ext>
            </a:extLst>
          </p:cNvPr>
          <p:cNvSpPr txBox="1"/>
          <p:nvPr/>
        </p:nvSpPr>
        <p:spPr>
          <a:xfrm>
            <a:off x="7813589" y="6042454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340D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Large-scale implementation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340D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Widespread adoption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340D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Positive societal impact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49" name="TextBox 3548">
            <a:extLst>
              <a:ext uri="{FF2B5EF4-FFF2-40B4-BE49-F238E27FC236}">
                <a16:creationId xmlns:a16="http://schemas.microsoft.com/office/drawing/2014/main" id="{B27BEE3A-1EB3-67AC-BF18-9671C29A2944}"/>
              </a:ext>
            </a:extLst>
          </p:cNvPr>
          <p:cNvSpPr txBox="1"/>
          <p:nvPr/>
        </p:nvSpPr>
        <p:spPr>
          <a:xfrm>
            <a:off x="3096056" y="4091459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Research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51" name="TextBox 3550">
            <a:extLst>
              <a:ext uri="{FF2B5EF4-FFF2-40B4-BE49-F238E27FC236}">
                <a16:creationId xmlns:a16="http://schemas.microsoft.com/office/drawing/2014/main" id="{8717D1FB-01AD-9D60-E1E3-E2683F1C5FEE}"/>
              </a:ext>
            </a:extLst>
          </p:cNvPr>
          <p:cNvSpPr txBox="1"/>
          <p:nvPr/>
        </p:nvSpPr>
        <p:spPr>
          <a:xfrm>
            <a:off x="5800813" y="4091459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Development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52" name="TextBox 3551">
            <a:extLst>
              <a:ext uri="{FF2B5EF4-FFF2-40B4-BE49-F238E27FC236}">
                <a16:creationId xmlns:a16="http://schemas.microsoft.com/office/drawing/2014/main" id="{39F0FD7D-F6F4-5781-9443-B46FF05DD296}"/>
              </a:ext>
            </a:extLst>
          </p:cNvPr>
          <p:cNvSpPr txBox="1"/>
          <p:nvPr/>
        </p:nvSpPr>
        <p:spPr>
          <a:xfrm>
            <a:off x="8526164" y="4091459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Deployment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ktangel 33">
            <a:extLst>
              <a:ext uri="{FF2B5EF4-FFF2-40B4-BE49-F238E27FC236}">
                <a16:creationId xmlns:a16="http://schemas.microsoft.com/office/drawing/2014/main" id="{B0761BFD-CEA2-CFEA-E351-A335CFD8A3A6}"/>
              </a:ext>
            </a:extLst>
          </p:cNvPr>
          <p:cNvSpPr/>
          <p:nvPr/>
        </p:nvSpPr>
        <p:spPr>
          <a:xfrm>
            <a:off x="4347916" y="2067842"/>
            <a:ext cx="3696332" cy="54321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NNF- Open Innovation Programs: ODIN, Plant 2 Food, IBIS</a:t>
            </a:r>
          </a:p>
        </p:txBody>
      </p:sp>
      <p:sp>
        <p:nvSpPr>
          <p:cNvPr id="4" name="Rektangel 34">
            <a:extLst>
              <a:ext uri="{FF2B5EF4-FFF2-40B4-BE49-F238E27FC236}">
                <a16:creationId xmlns:a16="http://schemas.microsoft.com/office/drawing/2014/main" id="{25A61A05-BADC-0912-2A93-97103746A812}"/>
              </a:ext>
            </a:extLst>
          </p:cNvPr>
          <p:cNvSpPr/>
          <p:nvPr/>
        </p:nvSpPr>
        <p:spPr>
          <a:xfrm>
            <a:off x="2191266" y="3229502"/>
            <a:ext cx="8264176" cy="30777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KU PoC programs</a:t>
            </a:r>
          </a:p>
        </p:txBody>
      </p:sp>
    </p:spTree>
    <p:extLst>
      <p:ext uri="{BB962C8B-B14F-4D97-AF65-F5344CB8AC3E}">
        <p14:creationId xmlns:p14="http://schemas.microsoft.com/office/powerpoint/2010/main" val="229911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>
            <a:extLst>
              <a:ext uri="{FF2B5EF4-FFF2-40B4-BE49-F238E27FC236}">
                <a16:creationId xmlns:a16="http://schemas.microsoft.com/office/drawing/2014/main" id="{0EF55FD4-A641-3F56-7076-69015C42B493}"/>
              </a:ext>
            </a:extLst>
          </p:cNvPr>
          <p:cNvSpPr txBox="1">
            <a:spLocks/>
          </p:cNvSpPr>
          <p:nvPr/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/>
          <a:lstStyle>
            <a:lvl1pPr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buNone/>
              <a:defRPr sz="5200" b="1" i="0" kern="120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r>
              <a:rPr lang="en-GB"/>
              <a:t>Stage Gate Model for Lighthouse Projects</a:t>
            </a:r>
          </a:p>
        </p:txBody>
      </p:sp>
      <p:sp>
        <p:nvSpPr>
          <p:cNvPr id="105" name="Arrow: Pentagon 104">
            <a:extLst>
              <a:ext uri="{FF2B5EF4-FFF2-40B4-BE49-F238E27FC236}">
                <a16:creationId xmlns:a16="http://schemas.microsoft.com/office/drawing/2014/main" id="{5AB6FAFE-63C4-7083-42D1-0BE19DBD9008}"/>
              </a:ext>
            </a:extLst>
          </p:cNvPr>
          <p:cNvSpPr/>
          <p:nvPr/>
        </p:nvSpPr>
        <p:spPr>
          <a:xfrm>
            <a:off x="1970300" y="2696865"/>
            <a:ext cx="1842552" cy="551432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Concept Validation</a:t>
            </a:r>
          </a:p>
          <a:p>
            <a:pPr algn="ctr"/>
            <a:r>
              <a:rPr lang="en-GB" sz="1200" dirty="0"/>
              <a:t>(IDF)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954AFE-D8F9-1768-032D-60B842189A1D}"/>
              </a:ext>
            </a:extLst>
          </p:cNvPr>
          <p:cNvSpPr txBox="1"/>
          <p:nvPr/>
        </p:nvSpPr>
        <p:spPr>
          <a:xfrm>
            <a:off x="1599288" y="3429000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SG 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5BD1C80-405C-F140-4EC1-06C58A102790}"/>
              </a:ext>
            </a:extLst>
          </p:cNvPr>
          <p:cNvSpPr txBox="1"/>
          <p:nvPr/>
        </p:nvSpPr>
        <p:spPr>
          <a:xfrm>
            <a:off x="3685132" y="3429000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SG 1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83F714D-E276-20AF-368E-76BD0C477C04}"/>
              </a:ext>
            </a:extLst>
          </p:cNvPr>
          <p:cNvGrpSpPr/>
          <p:nvPr/>
        </p:nvGrpSpPr>
        <p:grpSpPr>
          <a:xfrm>
            <a:off x="1820051" y="2925154"/>
            <a:ext cx="108136" cy="443364"/>
            <a:chOff x="3483096" y="2746869"/>
            <a:chExt cx="118663" cy="612858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EAEB8389-29A1-4C94-822C-AAC4558E721F}"/>
                </a:ext>
              </a:extLst>
            </p:cNvPr>
            <p:cNvSpPr/>
            <p:nvPr/>
          </p:nvSpPr>
          <p:spPr>
            <a:xfrm>
              <a:off x="3483096" y="2746869"/>
              <a:ext cx="118663" cy="12197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624475D-029C-4F33-51B3-62F602384101}"/>
                </a:ext>
              </a:extLst>
            </p:cNvPr>
            <p:cNvCxnSpPr>
              <a:cxnSpLocks/>
            </p:cNvCxnSpPr>
            <p:nvPr/>
          </p:nvCxnSpPr>
          <p:spPr>
            <a:xfrm>
              <a:off x="3542427" y="2868843"/>
              <a:ext cx="0" cy="490884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1" name="Arrow: Pentagon 110">
            <a:extLst>
              <a:ext uri="{FF2B5EF4-FFF2-40B4-BE49-F238E27FC236}">
                <a16:creationId xmlns:a16="http://schemas.microsoft.com/office/drawing/2014/main" id="{ABD85046-FC0A-0328-E840-36F0D5BB63B9}"/>
              </a:ext>
            </a:extLst>
          </p:cNvPr>
          <p:cNvSpPr/>
          <p:nvPr/>
        </p:nvSpPr>
        <p:spPr>
          <a:xfrm>
            <a:off x="4022449" y="2700047"/>
            <a:ext cx="1842552" cy="551432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Feasibility Validation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0BD7ADF-63AF-155A-A066-DF973D896F8D}"/>
              </a:ext>
            </a:extLst>
          </p:cNvPr>
          <p:cNvSpPr txBox="1"/>
          <p:nvPr/>
        </p:nvSpPr>
        <p:spPr>
          <a:xfrm>
            <a:off x="5706317" y="3429000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SG 2</a:t>
            </a:r>
          </a:p>
        </p:txBody>
      </p:sp>
      <p:sp>
        <p:nvSpPr>
          <p:cNvPr id="113" name="Arrow: Pentagon 112">
            <a:extLst>
              <a:ext uri="{FF2B5EF4-FFF2-40B4-BE49-F238E27FC236}">
                <a16:creationId xmlns:a16="http://schemas.microsoft.com/office/drawing/2014/main" id="{29B3F46E-29AC-D5D0-2E32-EAF58354AC52}"/>
              </a:ext>
            </a:extLst>
          </p:cNvPr>
          <p:cNvSpPr/>
          <p:nvPr/>
        </p:nvSpPr>
        <p:spPr>
          <a:xfrm>
            <a:off x="6074598" y="2696702"/>
            <a:ext cx="1842552" cy="551595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Commercial Readiness Development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1028467-EF01-2637-EA1B-993C50FD783E}"/>
              </a:ext>
            </a:extLst>
          </p:cNvPr>
          <p:cNvSpPr txBox="1"/>
          <p:nvPr/>
        </p:nvSpPr>
        <p:spPr>
          <a:xfrm>
            <a:off x="7801305" y="3429000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SG 3</a:t>
            </a:r>
          </a:p>
        </p:txBody>
      </p:sp>
      <p:sp>
        <p:nvSpPr>
          <p:cNvPr id="115" name="Arrow: Pentagon 114">
            <a:extLst>
              <a:ext uri="{FF2B5EF4-FFF2-40B4-BE49-F238E27FC236}">
                <a16:creationId xmlns:a16="http://schemas.microsoft.com/office/drawing/2014/main" id="{B0CEE516-9F5E-403D-DF46-E3BC6F95F18B}"/>
              </a:ext>
            </a:extLst>
          </p:cNvPr>
          <p:cNvSpPr/>
          <p:nvPr/>
        </p:nvSpPr>
        <p:spPr>
          <a:xfrm>
            <a:off x="8126747" y="2693683"/>
            <a:ext cx="1842552" cy="551432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Transaction &amp; Scale Readiness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EAA7503-DB5C-3340-265A-0548433EA6FF}"/>
              </a:ext>
            </a:extLst>
          </p:cNvPr>
          <p:cNvSpPr txBox="1"/>
          <p:nvPr/>
        </p:nvSpPr>
        <p:spPr>
          <a:xfrm>
            <a:off x="9833772" y="3429000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SG 4</a:t>
            </a:r>
          </a:p>
        </p:txBody>
      </p:sp>
      <p:sp>
        <p:nvSpPr>
          <p:cNvPr id="117" name="Arrow: Pentagon 116">
            <a:extLst>
              <a:ext uri="{FF2B5EF4-FFF2-40B4-BE49-F238E27FC236}">
                <a16:creationId xmlns:a16="http://schemas.microsoft.com/office/drawing/2014/main" id="{F6E553F5-FA8D-E39F-7133-AB2BC2CBA810}"/>
              </a:ext>
            </a:extLst>
          </p:cNvPr>
          <p:cNvSpPr/>
          <p:nvPr/>
        </p:nvSpPr>
        <p:spPr>
          <a:xfrm>
            <a:off x="10178897" y="2690501"/>
            <a:ext cx="1850914" cy="551432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Post Deal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6734F6E-3899-4431-78BB-9273DEEB346A}"/>
              </a:ext>
            </a:extLst>
          </p:cNvPr>
          <p:cNvSpPr txBox="1"/>
          <p:nvPr/>
        </p:nvSpPr>
        <p:spPr>
          <a:xfrm>
            <a:off x="457319" y="3861694"/>
            <a:ext cx="1077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b="1"/>
              <a:t>IRL Progress</a:t>
            </a:r>
            <a:endParaRPr lang="en-GB" sz="1200" b="1" dirty="0"/>
          </a:p>
          <a:p>
            <a:pPr algn="r"/>
            <a:r>
              <a:rPr lang="en-GB" sz="1200" b="1" dirty="0"/>
              <a:t>(Optional)</a:t>
            </a:r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D1AA0113-ED64-230B-97C6-12C21AC053B5}"/>
              </a:ext>
            </a:extLst>
          </p:cNvPr>
          <p:cNvSpPr/>
          <p:nvPr/>
        </p:nvSpPr>
        <p:spPr>
          <a:xfrm rot="16200000">
            <a:off x="5870643" y="472582"/>
            <a:ext cx="148722" cy="4068107"/>
          </a:xfrm>
          <a:prstGeom prst="rightBrac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7F0DE04-1C61-4621-DB7B-A50B196B9D88}"/>
              </a:ext>
            </a:extLst>
          </p:cNvPr>
          <p:cNvSpPr txBox="1"/>
          <p:nvPr/>
        </p:nvSpPr>
        <p:spPr>
          <a:xfrm>
            <a:off x="9494782" y="2148445"/>
            <a:ext cx="963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Transaction</a:t>
            </a:r>
          </a:p>
        </p:txBody>
      </p:sp>
      <p:sp>
        <p:nvSpPr>
          <p:cNvPr id="121" name="Arrow: Chevron 120">
            <a:extLst>
              <a:ext uri="{FF2B5EF4-FFF2-40B4-BE49-F238E27FC236}">
                <a16:creationId xmlns:a16="http://schemas.microsoft.com/office/drawing/2014/main" id="{3DECC9C5-F939-F472-D955-CC070C36D609}"/>
              </a:ext>
            </a:extLst>
          </p:cNvPr>
          <p:cNvSpPr/>
          <p:nvPr/>
        </p:nvSpPr>
        <p:spPr>
          <a:xfrm>
            <a:off x="334088" y="2703229"/>
            <a:ext cx="1426615" cy="565748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LEAD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C2F2DB6-D549-7475-2288-AA96F2B68B39}"/>
              </a:ext>
            </a:extLst>
          </p:cNvPr>
          <p:cNvSpPr txBox="1"/>
          <p:nvPr/>
        </p:nvSpPr>
        <p:spPr>
          <a:xfrm>
            <a:off x="2302076" y="3836548"/>
            <a:ext cx="1016304" cy="55399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/>
              <a:t>Technology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>
                <a:solidFill>
                  <a:schemeClr val="tx1"/>
                </a:solidFill>
                <a:latin typeface="+mn-lt"/>
              </a:rPr>
              <a:t>Business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/>
              <a:t>IP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AC87B78E-C3CD-BB86-F62C-7A2B0C227C1F}"/>
              </a:ext>
            </a:extLst>
          </p:cNvPr>
          <p:cNvSpPr/>
          <p:nvPr/>
        </p:nvSpPr>
        <p:spPr>
          <a:xfrm>
            <a:off x="410628" y="3723955"/>
            <a:ext cx="11711371" cy="799418"/>
          </a:xfrm>
          <a:prstGeom prst="round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lang="en-GB" sz="2400" err="1">
              <a:solidFill>
                <a:schemeClr val="bg1"/>
              </a:solidFill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FF3E229-C832-6C68-6B23-14A0C37A30F4}"/>
              </a:ext>
            </a:extLst>
          </p:cNvPr>
          <p:cNvGrpSpPr/>
          <p:nvPr/>
        </p:nvGrpSpPr>
        <p:grpSpPr>
          <a:xfrm>
            <a:off x="3838988" y="3858056"/>
            <a:ext cx="118663" cy="443079"/>
            <a:chOff x="3734816" y="3399020"/>
            <a:chExt cx="118663" cy="443079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98FD81B3-7648-D96B-17C9-747E1DB8E769}"/>
                </a:ext>
              </a:extLst>
            </p:cNvPr>
            <p:cNvSpPr/>
            <p:nvPr/>
          </p:nvSpPr>
          <p:spPr>
            <a:xfrm rot="10800000">
              <a:off x="3734816" y="3720125"/>
              <a:ext cx="118663" cy="12197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EEFCEE90-B29D-7560-B821-2B45C41B6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148" y="3399020"/>
              <a:ext cx="0" cy="32110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7B5364E-11B5-ADFF-38A2-9A104A39016C}"/>
              </a:ext>
            </a:extLst>
          </p:cNvPr>
          <p:cNvGrpSpPr/>
          <p:nvPr/>
        </p:nvGrpSpPr>
        <p:grpSpPr>
          <a:xfrm>
            <a:off x="5893558" y="3858056"/>
            <a:ext cx="118663" cy="443079"/>
            <a:chOff x="3734816" y="3399020"/>
            <a:chExt cx="118663" cy="443079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DE39FD41-0D19-E6B6-0F80-D9941C76C383}"/>
                </a:ext>
              </a:extLst>
            </p:cNvPr>
            <p:cNvSpPr/>
            <p:nvPr/>
          </p:nvSpPr>
          <p:spPr>
            <a:xfrm rot="10800000">
              <a:off x="3734816" y="3720125"/>
              <a:ext cx="118663" cy="12197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C1AE771-B2AB-87E3-D485-BCA2E6172A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148" y="3399020"/>
              <a:ext cx="0" cy="32110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85A9F64-3049-D987-A5A5-98265B658ACF}"/>
              </a:ext>
            </a:extLst>
          </p:cNvPr>
          <p:cNvGrpSpPr/>
          <p:nvPr/>
        </p:nvGrpSpPr>
        <p:grpSpPr>
          <a:xfrm>
            <a:off x="7969732" y="3858056"/>
            <a:ext cx="118663" cy="443079"/>
            <a:chOff x="3734816" y="3399020"/>
            <a:chExt cx="118663" cy="443079"/>
          </a:xfrm>
        </p:grpSpPr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7FD6501D-9CFB-24A5-3A6A-CA20D20923BD}"/>
                </a:ext>
              </a:extLst>
            </p:cNvPr>
            <p:cNvSpPr/>
            <p:nvPr/>
          </p:nvSpPr>
          <p:spPr>
            <a:xfrm rot="10800000">
              <a:off x="3734816" y="3720125"/>
              <a:ext cx="118663" cy="12197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70DD4FD-2EA8-DD88-968F-1641B3E7B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148" y="3399020"/>
              <a:ext cx="0" cy="32110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B55FF92-35B5-7141-B10E-B34359A0A95B}"/>
              </a:ext>
            </a:extLst>
          </p:cNvPr>
          <p:cNvGrpSpPr/>
          <p:nvPr/>
        </p:nvGrpSpPr>
        <p:grpSpPr>
          <a:xfrm>
            <a:off x="10008799" y="3858056"/>
            <a:ext cx="118663" cy="443079"/>
            <a:chOff x="3734816" y="3399020"/>
            <a:chExt cx="118663" cy="443079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BA8843E-836E-124A-FC13-74CC728164EB}"/>
                </a:ext>
              </a:extLst>
            </p:cNvPr>
            <p:cNvSpPr/>
            <p:nvPr/>
          </p:nvSpPr>
          <p:spPr>
            <a:xfrm rot="10800000">
              <a:off x="3734816" y="3720125"/>
              <a:ext cx="118663" cy="12197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0C6F971E-4ACC-DE91-524E-7A3FD4E745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148" y="3399020"/>
              <a:ext cx="0" cy="32110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36" name="Right Brace 135">
            <a:extLst>
              <a:ext uri="{FF2B5EF4-FFF2-40B4-BE49-F238E27FC236}">
                <a16:creationId xmlns:a16="http://schemas.microsoft.com/office/drawing/2014/main" id="{958FC7FD-8146-7D1A-95E9-0E5823595E22}"/>
              </a:ext>
            </a:extLst>
          </p:cNvPr>
          <p:cNvSpPr/>
          <p:nvPr/>
        </p:nvSpPr>
        <p:spPr>
          <a:xfrm rot="16200000">
            <a:off x="9912008" y="560069"/>
            <a:ext cx="177689" cy="3893132"/>
          </a:xfrm>
          <a:prstGeom prst="rightBrac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Right Brace 136">
            <a:extLst>
              <a:ext uri="{FF2B5EF4-FFF2-40B4-BE49-F238E27FC236}">
                <a16:creationId xmlns:a16="http://schemas.microsoft.com/office/drawing/2014/main" id="{2C3FE1E6-E62D-F311-D804-7F20B97EE36A}"/>
              </a:ext>
            </a:extLst>
          </p:cNvPr>
          <p:cNvSpPr/>
          <p:nvPr/>
        </p:nvSpPr>
        <p:spPr>
          <a:xfrm rot="16200000">
            <a:off x="1995003" y="767255"/>
            <a:ext cx="156935" cy="3478760"/>
          </a:xfrm>
          <a:prstGeom prst="rightBrac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90673BE-AEA1-9E78-FBA0-627DA84F4772}"/>
              </a:ext>
            </a:extLst>
          </p:cNvPr>
          <p:cNvSpPr txBox="1"/>
          <p:nvPr/>
        </p:nvSpPr>
        <p:spPr>
          <a:xfrm>
            <a:off x="1647712" y="2148444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Screening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B64398-33D1-A3F8-B117-21EC9A4E7333}"/>
              </a:ext>
            </a:extLst>
          </p:cNvPr>
          <p:cNvSpPr txBox="1"/>
          <p:nvPr/>
        </p:nvSpPr>
        <p:spPr>
          <a:xfrm>
            <a:off x="5519246" y="2142488"/>
            <a:ext cx="938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Maturation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8282053-54A5-D2CB-A39E-F8BDE77FA450}"/>
              </a:ext>
            </a:extLst>
          </p:cNvPr>
          <p:cNvGrpSpPr/>
          <p:nvPr/>
        </p:nvGrpSpPr>
        <p:grpSpPr>
          <a:xfrm>
            <a:off x="3870467" y="2925154"/>
            <a:ext cx="108136" cy="443364"/>
            <a:chOff x="3483096" y="2746869"/>
            <a:chExt cx="118663" cy="612858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5FB495CD-4EDA-BEB3-A24B-1E636FA39AD1}"/>
                </a:ext>
              </a:extLst>
            </p:cNvPr>
            <p:cNvSpPr/>
            <p:nvPr/>
          </p:nvSpPr>
          <p:spPr>
            <a:xfrm>
              <a:off x="3483096" y="2746869"/>
              <a:ext cx="118663" cy="12197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9468CAF-FD7F-2539-9E91-7E552D2D0C74}"/>
                </a:ext>
              </a:extLst>
            </p:cNvPr>
            <p:cNvCxnSpPr>
              <a:cxnSpLocks/>
            </p:cNvCxnSpPr>
            <p:nvPr/>
          </p:nvCxnSpPr>
          <p:spPr>
            <a:xfrm>
              <a:off x="3542427" y="2868843"/>
              <a:ext cx="0" cy="490884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B4010ED-FC06-37D9-8C95-85120C051203}"/>
              </a:ext>
            </a:extLst>
          </p:cNvPr>
          <p:cNvGrpSpPr/>
          <p:nvPr/>
        </p:nvGrpSpPr>
        <p:grpSpPr>
          <a:xfrm>
            <a:off x="5907287" y="2925154"/>
            <a:ext cx="108136" cy="443364"/>
            <a:chOff x="3483096" y="2746869"/>
            <a:chExt cx="118663" cy="612858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BE265ED8-FD2E-CE99-5A4F-E78583C70A3E}"/>
                </a:ext>
              </a:extLst>
            </p:cNvPr>
            <p:cNvSpPr/>
            <p:nvPr/>
          </p:nvSpPr>
          <p:spPr>
            <a:xfrm>
              <a:off x="3483096" y="2746869"/>
              <a:ext cx="118663" cy="12197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6383C9E-8F33-FEE6-E3E8-5143F9A727D1}"/>
                </a:ext>
              </a:extLst>
            </p:cNvPr>
            <p:cNvCxnSpPr>
              <a:cxnSpLocks/>
            </p:cNvCxnSpPr>
            <p:nvPr/>
          </p:nvCxnSpPr>
          <p:spPr>
            <a:xfrm>
              <a:off x="3542427" y="2868843"/>
              <a:ext cx="0" cy="490884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2C8D8DA-E773-AE66-8780-4290E96B7E33}"/>
              </a:ext>
            </a:extLst>
          </p:cNvPr>
          <p:cNvGrpSpPr/>
          <p:nvPr/>
        </p:nvGrpSpPr>
        <p:grpSpPr>
          <a:xfrm>
            <a:off x="7975252" y="2925154"/>
            <a:ext cx="108136" cy="443364"/>
            <a:chOff x="3483096" y="2746869"/>
            <a:chExt cx="118663" cy="612858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C929961-E3A7-5422-C6D2-A0A3E69E593F}"/>
                </a:ext>
              </a:extLst>
            </p:cNvPr>
            <p:cNvSpPr/>
            <p:nvPr/>
          </p:nvSpPr>
          <p:spPr>
            <a:xfrm>
              <a:off x="3483096" y="2746869"/>
              <a:ext cx="118663" cy="12197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A214EB33-4AAE-9889-9E70-3C1FF2A240A4}"/>
                </a:ext>
              </a:extLst>
            </p:cNvPr>
            <p:cNvCxnSpPr>
              <a:cxnSpLocks/>
            </p:cNvCxnSpPr>
            <p:nvPr/>
          </p:nvCxnSpPr>
          <p:spPr>
            <a:xfrm>
              <a:off x="3542427" y="2868843"/>
              <a:ext cx="0" cy="490884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506C74E-F096-DA51-49F7-7F562F1C5634}"/>
              </a:ext>
            </a:extLst>
          </p:cNvPr>
          <p:cNvGrpSpPr/>
          <p:nvPr/>
        </p:nvGrpSpPr>
        <p:grpSpPr>
          <a:xfrm>
            <a:off x="10021961" y="2925154"/>
            <a:ext cx="108136" cy="443364"/>
            <a:chOff x="3483096" y="2746869"/>
            <a:chExt cx="118663" cy="612858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633D9544-AF76-681A-2FEE-C68D52B8F390}"/>
                </a:ext>
              </a:extLst>
            </p:cNvPr>
            <p:cNvSpPr/>
            <p:nvPr/>
          </p:nvSpPr>
          <p:spPr>
            <a:xfrm>
              <a:off x="3483096" y="2746869"/>
              <a:ext cx="118663" cy="12197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C2DC882-5104-D270-809A-21772F4DE4E1}"/>
                </a:ext>
              </a:extLst>
            </p:cNvPr>
            <p:cNvCxnSpPr>
              <a:cxnSpLocks/>
            </p:cNvCxnSpPr>
            <p:nvPr/>
          </p:nvCxnSpPr>
          <p:spPr>
            <a:xfrm>
              <a:off x="3542427" y="2868843"/>
              <a:ext cx="0" cy="490884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E40C49A3-5BBF-AC60-6855-7761296C6BDC}"/>
              </a:ext>
            </a:extLst>
          </p:cNvPr>
          <p:cNvSpPr txBox="1"/>
          <p:nvPr/>
        </p:nvSpPr>
        <p:spPr>
          <a:xfrm>
            <a:off x="4494877" y="3834660"/>
            <a:ext cx="1016304" cy="55399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/>
              <a:t>Technology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/>
              <a:t>Customer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>
                <a:solidFill>
                  <a:schemeClr val="tx1"/>
                </a:solidFill>
                <a:latin typeface="+mn-lt"/>
              </a:rPr>
              <a:t>Team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0B26969-F40B-7348-BEBE-6009A88F94CF}"/>
              </a:ext>
            </a:extLst>
          </p:cNvPr>
          <p:cNvSpPr txBox="1"/>
          <p:nvPr/>
        </p:nvSpPr>
        <p:spPr>
          <a:xfrm>
            <a:off x="6687678" y="3867035"/>
            <a:ext cx="787075" cy="55399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>
                <a:solidFill>
                  <a:schemeClr val="tx1"/>
                </a:solidFill>
                <a:latin typeface="+mn-lt"/>
              </a:rPr>
              <a:t>Business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>
                <a:solidFill>
                  <a:schemeClr val="tx1"/>
                </a:solidFill>
                <a:latin typeface="+mn-lt"/>
              </a:rPr>
              <a:t>Team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/>
              <a:t>Funding</a:t>
            </a:r>
            <a:endParaRPr lang="en-GB" sz="1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53A66E2-94D4-41FE-4286-E2C0FFC24B84}"/>
              </a:ext>
            </a:extLst>
          </p:cNvPr>
          <p:cNvSpPr txBox="1"/>
          <p:nvPr/>
        </p:nvSpPr>
        <p:spPr>
          <a:xfrm>
            <a:off x="8651249" y="3850619"/>
            <a:ext cx="868828" cy="55399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>
                <a:solidFill>
                  <a:schemeClr val="tx1"/>
                </a:solidFill>
                <a:latin typeface="+mn-lt"/>
              </a:rPr>
              <a:t>Customer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>
                <a:solidFill>
                  <a:schemeClr val="tx1"/>
                </a:solidFill>
                <a:latin typeface="+mn-lt"/>
              </a:rPr>
              <a:t>Business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b="1" dirty="0"/>
              <a:t>Funding</a:t>
            </a:r>
            <a:endParaRPr lang="en-GB" sz="1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5" name="Rektangel 34">
            <a:extLst>
              <a:ext uri="{FF2B5EF4-FFF2-40B4-BE49-F238E27FC236}">
                <a16:creationId xmlns:a16="http://schemas.microsoft.com/office/drawing/2014/main" id="{52F5CB6E-41FC-2B9F-A987-A519457BE1CD}"/>
              </a:ext>
            </a:extLst>
          </p:cNvPr>
          <p:cNvSpPr/>
          <p:nvPr/>
        </p:nvSpPr>
        <p:spPr>
          <a:xfrm>
            <a:off x="2863969" y="4824462"/>
            <a:ext cx="7263493" cy="30777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KU PoC programs</a:t>
            </a:r>
          </a:p>
        </p:txBody>
      </p:sp>
      <p:sp>
        <p:nvSpPr>
          <p:cNvPr id="156" name="Rektangel 31">
            <a:extLst>
              <a:ext uri="{FF2B5EF4-FFF2-40B4-BE49-F238E27FC236}">
                <a16:creationId xmlns:a16="http://schemas.microsoft.com/office/drawing/2014/main" id="{93B87007-2482-535F-E6B1-ED964873BB6A}"/>
              </a:ext>
            </a:extLst>
          </p:cNvPr>
          <p:cNvSpPr/>
          <p:nvPr/>
        </p:nvSpPr>
        <p:spPr>
          <a:xfrm>
            <a:off x="6093292" y="5370180"/>
            <a:ext cx="4034170" cy="26924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prstClr val="white"/>
                </a:solidFill>
                <a:latin typeface="Aptos" panose="02110004020202020204"/>
              </a:rPr>
              <a:t>EIC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Pathfinder/ Transition</a:t>
            </a:r>
          </a:p>
        </p:txBody>
      </p:sp>
      <p:sp>
        <p:nvSpPr>
          <p:cNvPr id="157" name="Rektangel 30">
            <a:extLst>
              <a:ext uri="{FF2B5EF4-FFF2-40B4-BE49-F238E27FC236}">
                <a16:creationId xmlns:a16="http://schemas.microsoft.com/office/drawing/2014/main" id="{B70DEC3B-0CAF-0E3B-C4DB-3522940A9C24}"/>
              </a:ext>
            </a:extLst>
          </p:cNvPr>
          <p:cNvSpPr/>
          <p:nvPr/>
        </p:nvSpPr>
        <p:spPr>
          <a:xfrm>
            <a:off x="1928187" y="5830517"/>
            <a:ext cx="6126099" cy="29705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Horizon Europe – clusters – RIA</a:t>
            </a:r>
          </a:p>
        </p:txBody>
      </p:sp>
      <p:sp>
        <p:nvSpPr>
          <p:cNvPr id="158" name="Rektangel 31">
            <a:extLst>
              <a:ext uri="{FF2B5EF4-FFF2-40B4-BE49-F238E27FC236}">
                <a16:creationId xmlns:a16="http://schemas.microsoft.com/office/drawing/2014/main" id="{441D0A1B-F5D7-6C15-2A04-7DA0CECAEE7B}"/>
              </a:ext>
            </a:extLst>
          </p:cNvPr>
          <p:cNvSpPr/>
          <p:nvPr/>
        </p:nvSpPr>
        <p:spPr>
          <a:xfrm>
            <a:off x="1928187" y="5370181"/>
            <a:ext cx="3965370" cy="269249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prstClr val="white"/>
                </a:solidFill>
                <a:latin typeface="Aptos" panose="02110004020202020204"/>
              </a:rPr>
              <a:t>NNF Innovator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9" name="Rektangel 30">
            <a:extLst>
              <a:ext uri="{FF2B5EF4-FFF2-40B4-BE49-F238E27FC236}">
                <a16:creationId xmlns:a16="http://schemas.microsoft.com/office/drawing/2014/main" id="{1B11CF0C-C9E3-35BE-D724-AB8492AFC1E7}"/>
              </a:ext>
            </a:extLst>
          </p:cNvPr>
          <p:cNvSpPr/>
          <p:nvPr/>
        </p:nvSpPr>
        <p:spPr>
          <a:xfrm>
            <a:off x="3978603" y="6318663"/>
            <a:ext cx="6148859" cy="29705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Innovation Fund Denmark</a:t>
            </a:r>
          </a:p>
        </p:txBody>
      </p:sp>
    </p:spTree>
    <p:extLst>
      <p:ext uri="{BB962C8B-B14F-4D97-AF65-F5344CB8AC3E}">
        <p14:creationId xmlns:p14="http://schemas.microsoft.com/office/powerpoint/2010/main" val="349553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  <p:bldP spid="157" grpId="0" animBg="1"/>
      <p:bldP spid="158" grpId="0" animBg="1"/>
      <p:bldP spid="15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91A928-0FDF-0317-12FD-E546B025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centric teams (for </a:t>
            </a:r>
            <a:r>
              <a:rPr lang="en-GB" dirty="0" err="1"/>
              <a:t>preaward</a:t>
            </a:r>
            <a:r>
              <a:rPr lang="en-GB" dirty="0"/>
              <a:t> &amp; lighthouse)</a:t>
            </a:r>
            <a:br>
              <a:rPr lang="en-GB" dirty="0"/>
            </a:br>
            <a:r>
              <a:rPr lang="en-GB" sz="1600" dirty="0"/>
              <a:t>Case Centric Teams (CCT) may be permeant or formed on a case-by-case basis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68AC3-DC84-42CE-A4BA-D9A4EECB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4BA9C-8258-4EE1-8932-58667A46594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04/08/2026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A2C6C1-AC18-AE8B-09A7-E8EDB776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A926C-488A-4E3E-9C21-57CAA120E114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A44C7F-2DE8-8AE7-267D-4F65756DB8C3}"/>
              </a:ext>
            </a:extLst>
          </p:cNvPr>
          <p:cNvSpPr/>
          <p:nvPr/>
        </p:nvSpPr>
        <p:spPr>
          <a:xfrm>
            <a:off x="4459356" y="2584171"/>
            <a:ext cx="3028122" cy="3028122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4E777B-9F16-D9FC-816B-353AD55EB3EE}"/>
              </a:ext>
            </a:extLst>
          </p:cNvPr>
          <p:cNvSpPr/>
          <p:nvPr/>
        </p:nvSpPr>
        <p:spPr>
          <a:xfrm>
            <a:off x="5658677" y="2365510"/>
            <a:ext cx="530087" cy="483705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E142C-FEE2-4F95-CA47-47D6D2F4EAE2}"/>
              </a:ext>
            </a:extLst>
          </p:cNvPr>
          <p:cNvSpPr txBox="1"/>
          <p:nvPr/>
        </p:nvSpPr>
        <p:spPr>
          <a:xfrm>
            <a:off x="5176648" y="2053194"/>
            <a:ext cx="1668727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Innovation advisor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EC97145-F686-2ADD-ABB0-A8DB4CC3A8C1}"/>
              </a:ext>
            </a:extLst>
          </p:cNvPr>
          <p:cNvSpPr/>
          <p:nvPr/>
        </p:nvSpPr>
        <p:spPr>
          <a:xfrm>
            <a:off x="4382408" y="3169944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122D26-611A-B8EF-093F-3992708CCABB}"/>
              </a:ext>
            </a:extLst>
          </p:cNvPr>
          <p:cNvSpPr txBox="1"/>
          <p:nvPr/>
        </p:nvSpPr>
        <p:spPr>
          <a:xfrm>
            <a:off x="3019545" y="2645386"/>
            <a:ext cx="1665521" cy="49244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Research Support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(Support) 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DC5EE6D-72FE-AD9A-301E-94E7BB16618B}"/>
              </a:ext>
            </a:extLst>
          </p:cNvPr>
          <p:cNvSpPr/>
          <p:nvPr/>
        </p:nvSpPr>
        <p:spPr>
          <a:xfrm>
            <a:off x="579611" y="2274829"/>
            <a:ext cx="165650" cy="165652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AA77CD6-117C-FAB2-7B86-CB8F2DF887B2}"/>
              </a:ext>
            </a:extLst>
          </p:cNvPr>
          <p:cNvSpPr/>
          <p:nvPr/>
        </p:nvSpPr>
        <p:spPr>
          <a:xfrm>
            <a:off x="579611" y="2564081"/>
            <a:ext cx="165650" cy="16565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41807B4-A823-8675-B16A-429CAF4ED2F5}"/>
              </a:ext>
            </a:extLst>
          </p:cNvPr>
          <p:cNvSpPr/>
          <p:nvPr/>
        </p:nvSpPr>
        <p:spPr>
          <a:xfrm>
            <a:off x="579611" y="2853333"/>
            <a:ext cx="165650" cy="165652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A2E694-CE25-6802-2D84-45E57733F79D}"/>
              </a:ext>
            </a:extLst>
          </p:cNvPr>
          <p:cNvSpPr txBox="1"/>
          <p:nvPr/>
        </p:nvSpPr>
        <p:spPr>
          <a:xfrm>
            <a:off x="910708" y="2249422"/>
            <a:ext cx="533800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Leader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BA5018-4E95-C39A-FF1A-35A1B703EB0B}"/>
              </a:ext>
            </a:extLst>
          </p:cNvPr>
          <p:cNvSpPr txBox="1"/>
          <p:nvPr/>
        </p:nvSpPr>
        <p:spPr>
          <a:xfrm>
            <a:off x="910708" y="2551657"/>
            <a:ext cx="867225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Mandatory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FA7FB2-3B1C-3B12-1F55-FCD9B37D62F6}"/>
              </a:ext>
            </a:extLst>
          </p:cNvPr>
          <p:cNvSpPr txBox="1"/>
          <p:nvPr/>
        </p:nvSpPr>
        <p:spPr>
          <a:xfrm>
            <a:off x="910708" y="2853892"/>
            <a:ext cx="660437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Inventor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809DD04-725D-E243-B463-96A8FFF56540}"/>
              </a:ext>
            </a:extLst>
          </p:cNvPr>
          <p:cNvSpPr/>
          <p:nvPr/>
        </p:nvSpPr>
        <p:spPr>
          <a:xfrm>
            <a:off x="437949" y="2068060"/>
            <a:ext cx="1668727" cy="1360940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C74CF6-5809-132B-475F-F007A28F2AA6}"/>
              </a:ext>
            </a:extLst>
          </p:cNvPr>
          <p:cNvSpPr txBox="1"/>
          <p:nvPr/>
        </p:nvSpPr>
        <p:spPr>
          <a:xfrm>
            <a:off x="618472" y="1935741"/>
            <a:ext cx="666849" cy="24622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31D2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Legend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A31D2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B1895C2-2945-45A7-B884-13C334DE8845}"/>
              </a:ext>
            </a:extLst>
          </p:cNvPr>
          <p:cNvSpPr/>
          <p:nvPr/>
        </p:nvSpPr>
        <p:spPr>
          <a:xfrm>
            <a:off x="5708373" y="3934923"/>
            <a:ext cx="530087" cy="483705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CCB9C3-9508-EC1F-D4C0-F0F64B8C04F6}"/>
              </a:ext>
            </a:extLst>
          </p:cNvPr>
          <p:cNvSpPr txBox="1"/>
          <p:nvPr/>
        </p:nvSpPr>
        <p:spPr>
          <a:xfrm>
            <a:off x="5551479" y="3650167"/>
            <a:ext cx="990656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Researcher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D91980-BF2E-6AFC-1D7D-DD247775DCC0}"/>
              </a:ext>
            </a:extLst>
          </p:cNvPr>
          <p:cNvSpPr/>
          <p:nvPr/>
        </p:nvSpPr>
        <p:spPr>
          <a:xfrm>
            <a:off x="579611" y="3169944"/>
            <a:ext cx="165650" cy="165652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4C4458-CD92-7BA7-AA6A-E98EB49698AF}"/>
              </a:ext>
            </a:extLst>
          </p:cNvPr>
          <p:cNvSpPr txBox="1"/>
          <p:nvPr/>
        </p:nvSpPr>
        <p:spPr>
          <a:xfrm>
            <a:off x="886923" y="3165896"/>
            <a:ext cx="686085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87130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B226D-84B8-0B44-8F37-F25536653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64F9EE-1EB8-46EC-C07D-BD127C27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centric teams (for </a:t>
            </a:r>
            <a:r>
              <a:rPr lang="en-GB" dirty="0" err="1"/>
              <a:t>preaward</a:t>
            </a:r>
            <a:r>
              <a:rPr lang="en-GB" dirty="0"/>
              <a:t> &amp; lighthouse)</a:t>
            </a:r>
            <a:br>
              <a:rPr lang="en-GB" dirty="0"/>
            </a:br>
            <a:r>
              <a:rPr lang="en-GB" sz="1600" dirty="0"/>
              <a:t>Case Centric Teams (CCT) may be permeant or formed on a case-by-case basis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FCB4C-D30A-0BC5-93CB-7201CAC5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4BA9C-8258-4EE1-8932-58667A46594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04/08/2026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50B86D-3BCA-E732-CA2E-B980CFC3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A926C-488A-4E3E-9C21-57CAA120E114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1DEC03-C67A-11ED-59C2-A4C74D380725}"/>
              </a:ext>
            </a:extLst>
          </p:cNvPr>
          <p:cNvSpPr/>
          <p:nvPr/>
        </p:nvSpPr>
        <p:spPr>
          <a:xfrm>
            <a:off x="4459356" y="2584171"/>
            <a:ext cx="3028122" cy="3028122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C257A2B-9FEC-24BF-0F23-183DE7868051}"/>
              </a:ext>
            </a:extLst>
          </p:cNvPr>
          <p:cNvSpPr/>
          <p:nvPr/>
        </p:nvSpPr>
        <p:spPr>
          <a:xfrm>
            <a:off x="5658677" y="2365510"/>
            <a:ext cx="530087" cy="483705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1E8C08-6982-79C6-E934-8F04F18398FD}"/>
              </a:ext>
            </a:extLst>
          </p:cNvPr>
          <p:cNvSpPr/>
          <p:nvPr/>
        </p:nvSpPr>
        <p:spPr>
          <a:xfrm>
            <a:off x="7014273" y="3140576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4F301-5064-172E-9B02-D1B900D92E64}"/>
              </a:ext>
            </a:extLst>
          </p:cNvPr>
          <p:cNvSpPr txBox="1"/>
          <p:nvPr/>
        </p:nvSpPr>
        <p:spPr>
          <a:xfrm>
            <a:off x="7042770" y="2504492"/>
            <a:ext cx="613951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IPM&amp;L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8A414-37F2-AAE1-24E4-48A9952E3D79}"/>
              </a:ext>
            </a:extLst>
          </p:cNvPr>
          <p:cNvSpPr txBox="1"/>
          <p:nvPr/>
        </p:nvSpPr>
        <p:spPr>
          <a:xfrm>
            <a:off x="5176648" y="2053194"/>
            <a:ext cx="1668727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Innovation advisor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0814D2D-1932-C45F-EA1D-A4B8E363066A}"/>
              </a:ext>
            </a:extLst>
          </p:cNvPr>
          <p:cNvSpPr/>
          <p:nvPr/>
        </p:nvSpPr>
        <p:spPr>
          <a:xfrm>
            <a:off x="4382408" y="3169944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D05678-133A-11BC-AE3B-339F19DEDF61}"/>
              </a:ext>
            </a:extLst>
          </p:cNvPr>
          <p:cNvSpPr txBox="1"/>
          <p:nvPr/>
        </p:nvSpPr>
        <p:spPr>
          <a:xfrm>
            <a:off x="3019545" y="2645386"/>
            <a:ext cx="1665521" cy="49244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Research Support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(Support)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51B2345-58AA-D173-1466-EF35DF85CAC0}"/>
              </a:ext>
            </a:extLst>
          </p:cNvPr>
          <p:cNvSpPr/>
          <p:nvPr/>
        </p:nvSpPr>
        <p:spPr>
          <a:xfrm>
            <a:off x="10076325" y="1251806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415C7C-4D8F-C895-9272-C641B00779B9}"/>
              </a:ext>
            </a:extLst>
          </p:cNvPr>
          <p:cNvSpPr/>
          <p:nvPr/>
        </p:nvSpPr>
        <p:spPr>
          <a:xfrm>
            <a:off x="10786364" y="2204778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88812B-91D0-03DC-58E6-F12581EA6E6D}"/>
              </a:ext>
            </a:extLst>
          </p:cNvPr>
          <p:cNvSpPr/>
          <p:nvPr/>
        </p:nvSpPr>
        <p:spPr>
          <a:xfrm>
            <a:off x="9436807" y="2204779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218BCDA-B5D1-1D5F-A8F4-63868D3ED774}"/>
              </a:ext>
            </a:extLst>
          </p:cNvPr>
          <p:cNvSpPr/>
          <p:nvPr/>
        </p:nvSpPr>
        <p:spPr>
          <a:xfrm>
            <a:off x="9609171" y="1461421"/>
            <a:ext cx="1469646" cy="145021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4DF961-B6AA-82F8-FEB2-65A3B5F13692}"/>
              </a:ext>
            </a:extLst>
          </p:cNvPr>
          <p:cNvSpPr txBox="1"/>
          <p:nvPr/>
        </p:nvSpPr>
        <p:spPr>
          <a:xfrm>
            <a:off x="10953823" y="2765332"/>
            <a:ext cx="594715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Admin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12DCB9-4185-24B0-239B-B2749C00E1B0}"/>
              </a:ext>
            </a:extLst>
          </p:cNvPr>
          <p:cNvSpPr txBox="1"/>
          <p:nvPr/>
        </p:nvSpPr>
        <p:spPr>
          <a:xfrm>
            <a:off x="9249932" y="2164944"/>
            <a:ext cx="169918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D330BE-18BB-51C6-37C3-A607379B54C3}"/>
              </a:ext>
            </a:extLst>
          </p:cNvPr>
          <p:cNvSpPr txBox="1"/>
          <p:nvPr/>
        </p:nvSpPr>
        <p:spPr>
          <a:xfrm>
            <a:off x="10666392" y="1110392"/>
            <a:ext cx="477695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Legal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DCA1742-533C-664F-4453-D9F42389FE75}"/>
              </a:ext>
            </a:extLst>
          </p:cNvPr>
          <p:cNvSpPr/>
          <p:nvPr/>
        </p:nvSpPr>
        <p:spPr>
          <a:xfrm>
            <a:off x="8892209" y="826120"/>
            <a:ext cx="3028122" cy="2888591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A57E83-3E45-5804-0DB8-4E48FB7F86F5}"/>
              </a:ext>
            </a:extLst>
          </p:cNvPr>
          <p:cNvSpPr txBox="1"/>
          <p:nvPr/>
        </p:nvSpPr>
        <p:spPr>
          <a:xfrm>
            <a:off x="9864891" y="690814"/>
            <a:ext cx="801501" cy="24622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A31D2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Subteam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A31D2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43F51D9-8C3E-F15F-1F85-07C617DA84FB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7466731" y="2244057"/>
            <a:ext cx="1440258" cy="9673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7B4D466-12BF-076F-C41C-29F6C871C5B3}"/>
              </a:ext>
            </a:extLst>
          </p:cNvPr>
          <p:cNvSpPr txBox="1"/>
          <p:nvPr/>
        </p:nvSpPr>
        <p:spPr>
          <a:xfrm>
            <a:off x="9274335" y="3270186"/>
            <a:ext cx="2109552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Incl. Patent coordinator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762B3BA-163A-1647-90C1-1D8790974A9B}"/>
              </a:ext>
            </a:extLst>
          </p:cNvPr>
          <p:cNvSpPr/>
          <p:nvPr/>
        </p:nvSpPr>
        <p:spPr>
          <a:xfrm>
            <a:off x="5708373" y="3934923"/>
            <a:ext cx="530087" cy="483705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D2109AE-A3C5-01C4-9CBF-AE02EE7D713F}"/>
              </a:ext>
            </a:extLst>
          </p:cNvPr>
          <p:cNvSpPr/>
          <p:nvPr/>
        </p:nvSpPr>
        <p:spPr>
          <a:xfrm>
            <a:off x="579611" y="2274829"/>
            <a:ext cx="165650" cy="165652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2160B0-CFA6-535B-FE98-37F86CA89F71}"/>
              </a:ext>
            </a:extLst>
          </p:cNvPr>
          <p:cNvSpPr/>
          <p:nvPr/>
        </p:nvSpPr>
        <p:spPr>
          <a:xfrm>
            <a:off x="579611" y="2564081"/>
            <a:ext cx="165650" cy="16565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6FFB6E-6856-2B5D-373B-342A34706274}"/>
              </a:ext>
            </a:extLst>
          </p:cNvPr>
          <p:cNvSpPr/>
          <p:nvPr/>
        </p:nvSpPr>
        <p:spPr>
          <a:xfrm>
            <a:off x="579611" y="2853333"/>
            <a:ext cx="165650" cy="165652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0CB09-D871-8502-C4F5-34194E219210}"/>
              </a:ext>
            </a:extLst>
          </p:cNvPr>
          <p:cNvSpPr txBox="1"/>
          <p:nvPr/>
        </p:nvSpPr>
        <p:spPr>
          <a:xfrm>
            <a:off x="910708" y="2249422"/>
            <a:ext cx="533800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Leader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4F6971-D37A-B585-5A5F-83D2652169D1}"/>
              </a:ext>
            </a:extLst>
          </p:cNvPr>
          <p:cNvSpPr txBox="1"/>
          <p:nvPr/>
        </p:nvSpPr>
        <p:spPr>
          <a:xfrm>
            <a:off x="910708" y="2551657"/>
            <a:ext cx="867225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Mandatory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ABD8D5-79BD-F497-474D-55C8D4162AF6}"/>
              </a:ext>
            </a:extLst>
          </p:cNvPr>
          <p:cNvSpPr txBox="1"/>
          <p:nvPr/>
        </p:nvSpPr>
        <p:spPr>
          <a:xfrm>
            <a:off x="910708" y="2853892"/>
            <a:ext cx="660437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Inventor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836716E-DFB6-AB39-63DB-C70DEDEB4D3F}"/>
              </a:ext>
            </a:extLst>
          </p:cNvPr>
          <p:cNvSpPr/>
          <p:nvPr/>
        </p:nvSpPr>
        <p:spPr>
          <a:xfrm>
            <a:off x="437949" y="2068060"/>
            <a:ext cx="1668727" cy="1360940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C95E99-E0E2-AB2C-81BC-80D05C6D61CA}"/>
              </a:ext>
            </a:extLst>
          </p:cNvPr>
          <p:cNvSpPr txBox="1"/>
          <p:nvPr/>
        </p:nvSpPr>
        <p:spPr>
          <a:xfrm>
            <a:off x="618472" y="1935741"/>
            <a:ext cx="666849" cy="24622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31D2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Legend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A31D2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62DF1E6-A835-4946-A00C-8934381049D1}"/>
              </a:ext>
            </a:extLst>
          </p:cNvPr>
          <p:cNvSpPr/>
          <p:nvPr/>
        </p:nvSpPr>
        <p:spPr>
          <a:xfrm>
            <a:off x="579611" y="3169944"/>
            <a:ext cx="165650" cy="165652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42A751-D04B-4A9A-E88C-7621A7EAE7D3}"/>
              </a:ext>
            </a:extLst>
          </p:cNvPr>
          <p:cNvSpPr txBox="1"/>
          <p:nvPr/>
        </p:nvSpPr>
        <p:spPr>
          <a:xfrm>
            <a:off x="886923" y="3165896"/>
            <a:ext cx="686085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Optional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036714-8E97-8C09-E590-94D3093BC7CD}"/>
              </a:ext>
            </a:extLst>
          </p:cNvPr>
          <p:cNvSpPr txBox="1"/>
          <p:nvPr/>
        </p:nvSpPr>
        <p:spPr>
          <a:xfrm>
            <a:off x="5551479" y="3650167"/>
            <a:ext cx="990656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Researcher</a:t>
            </a:r>
          </a:p>
        </p:txBody>
      </p:sp>
    </p:spTree>
    <p:extLst>
      <p:ext uri="{BB962C8B-B14F-4D97-AF65-F5344CB8AC3E}">
        <p14:creationId xmlns:p14="http://schemas.microsoft.com/office/powerpoint/2010/main" val="383966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C396A-0233-4C13-CC66-43B10ECD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34505C-FB85-165A-EE56-EE337178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centric teams (for </a:t>
            </a:r>
            <a:r>
              <a:rPr lang="en-GB" dirty="0" err="1"/>
              <a:t>preaward</a:t>
            </a:r>
            <a:r>
              <a:rPr lang="en-GB" dirty="0"/>
              <a:t> &amp; lighthouse)</a:t>
            </a:r>
            <a:br>
              <a:rPr lang="en-GB" dirty="0"/>
            </a:br>
            <a:r>
              <a:rPr lang="en-GB" sz="1600" dirty="0"/>
              <a:t>Case Centric Teams (CCT) may be permeant or formed on a case-by-case basis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145BD-05D6-D63A-292C-C980C540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4BA9C-8258-4EE1-8932-58667A46594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04/08/2026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4AA2F1-CED8-51F8-EA60-9D1E8D75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A926C-488A-4E3E-9C21-57CAA120E114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A806D4-9EFC-93B9-E033-BA20278D1103}"/>
              </a:ext>
            </a:extLst>
          </p:cNvPr>
          <p:cNvSpPr/>
          <p:nvPr/>
        </p:nvSpPr>
        <p:spPr>
          <a:xfrm>
            <a:off x="4459356" y="2584171"/>
            <a:ext cx="3028122" cy="3028122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0FDBF4-A83E-AB6C-0042-01396E92DAA0}"/>
              </a:ext>
            </a:extLst>
          </p:cNvPr>
          <p:cNvSpPr/>
          <p:nvPr/>
        </p:nvSpPr>
        <p:spPr>
          <a:xfrm>
            <a:off x="5658677" y="2365510"/>
            <a:ext cx="530087" cy="483705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8BD494-C7FC-C8EC-B6DA-B7E2E00C41FF}"/>
              </a:ext>
            </a:extLst>
          </p:cNvPr>
          <p:cNvSpPr/>
          <p:nvPr/>
        </p:nvSpPr>
        <p:spPr>
          <a:xfrm>
            <a:off x="7014273" y="3140576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C3306-245E-C932-8D19-A87C9D4B38CB}"/>
              </a:ext>
            </a:extLst>
          </p:cNvPr>
          <p:cNvSpPr txBox="1"/>
          <p:nvPr/>
        </p:nvSpPr>
        <p:spPr>
          <a:xfrm>
            <a:off x="7042770" y="2504492"/>
            <a:ext cx="613951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IPM&amp;L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95710C-3C9E-E01A-2F11-F38B97928A2C}"/>
              </a:ext>
            </a:extLst>
          </p:cNvPr>
          <p:cNvSpPr txBox="1"/>
          <p:nvPr/>
        </p:nvSpPr>
        <p:spPr>
          <a:xfrm>
            <a:off x="5176648" y="2053194"/>
            <a:ext cx="1668727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Innovation advisor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95E7F6-C42A-D560-DD6A-A3D14C2CDF94}"/>
              </a:ext>
            </a:extLst>
          </p:cNvPr>
          <p:cNvSpPr/>
          <p:nvPr/>
        </p:nvSpPr>
        <p:spPr>
          <a:xfrm>
            <a:off x="4596828" y="4844845"/>
            <a:ext cx="530087" cy="483705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8D688-741B-8A01-CD35-B1811D7C4169}"/>
              </a:ext>
            </a:extLst>
          </p:cNvPr>
          <p:cNvSpPr txBox="1"/>
          <p:nvPr/>
        </p:nvSpPr>
        <p:spPr>
          <a:xfrm>
            <a:off x="3581736" y="4510953"/>
            <a:ext cx="820738" cy="49244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Business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Support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8BD137-D9ED-2977-75DC-901312146F67}"/>
              </a:ext>
            </a:extLst>
          </p:cNvPr>
          <p:cNvSpPr/>
          <p:nvPr/>
        </p:nvSpPr>
        <p:spPr>
          <a:xfrm>
            <a:off x="6965456" y="4757175"/>
            <a:ext cx="530087" cy="483705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01FB0F-1D83-579E-7F71-FC49F75CA614}"/>
              </a:ext>
            </a:extLst>
          </p:cNvPr>
          <p:cNvSpPr txBox="1"/>
          <p:nvPr/>
        </p:nvSpPr>
        <p:spPr>
          <a:xfrm>
            <a:off x="6965456" y="5543920"/>
            <a:ext cx="1433085" cy="49244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Ad Hoc / </a:t>
            </a:r>
            <a:b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external experts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54EFC6-9866-E237-EE96-1D3A3799AABD}"/>
              </a:ext>
            </a:extLst>
          </p:cNvPr>
          <p:cNvSpPr/>
          <p:nvPr/>
        </p:nvSpPr>
        <p:spPr>
          <a:xfrm>
            <a:off x="4382408" y="3169944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F59A66-80DA-04EE-3FDE-7D29C031A278}"/>
              </a:ext>
            </a:extLst>
          </p:cNvPr>
          <p:cNvSpPr txBox="1"/>
          <p:nvPr/>
        </p:nvSpPr>
        <p:spPr>
          <a:xfrm>
            <a:off x="3019545" y="2645386"/>
            <a:ext cx="1665521" cy="492443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Research Support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(Support)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1C84FC-F61D-07D3-5700-F274F114E045}"/>
              </a:ext>
            </a:extLst>
          </p:cNvPr>
          <p:cNvSpPr/>
          <p:nvPr/>
        </p:nvSpPr>
        <p:spPr>
          <a:xfrm>
            <a:off x="10076325" y="1251806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FEE3D7D-DB63-57A8-EE77-BEC33D59E431}"/>
              </a:ext>
            </a:extLst>
          </p:cNvPr>
          <p:cNvSpPr/>
          <p:nvPr/>
        </p:nvSpPr>
        <p:spPr>
          <a:xfrm>
            <a:off x="10786364" y="2204778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532185-E124-C883-2BC9-AAE21BE9C073}"/>
              </a:ext>
            </a:extLst>
          </p:cNvPr>
          <p:cNvSpPr/>
          <p:nvPr/>
        </p:nvSpPr>
        <p:spPr>
          <a:xfrm>
            <a:off x="9436807" y="2204779"/>
            <a:ext cx="530087" cy="48370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BDE6AC-DB5E-2097-66E5-B07FE57B00A8}"/>
              </a:ext>
            </a:extLst>
          </p:cNvPr>
          <p:cNvSpPr/>
          <p:nvPr/>
        </p:nvSpPr>
        <p:spPr>
          <a:xfrm>
            <a:off x="9609171" y="1461421"/>
            <a:ext cx="1469646" cy="145021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B90904-1FC7-80BD-5B4E-CA7677966C00}"/>
              </a:ext>
            </a:extLst>
          </p:cNvPr>
          <p:cNvSpPr txBox="1"/>
          <p:nvPr/>
        </p:nvSpPr>
        <p:spPr>
          <a:xfrm>
            <a:off x="10953823" y="2765332"/>
            <a:ext cx="594715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Admin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34EBFC-A5C7-A932-D65A-26DC91326A91}"/>
              </a:ext>
            </a:extLst>
          </p:cNvPr>
          <p:cNvSpPr txBox="1"/>
          <p:nvPr/>
        </p:nvSpPr>
        <p:spPr>
          <a:xfrm>
            <a:off x="9249932" y="2164944"/>
            <a:ext cx="169918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684385-C89D-7172-8AA4-653111345E89}"/>
              </a:ext>
            </a:extLst>
          </p:cNvPr>
          <p:cNvSpPr txBox="1"/>
          <p:nvPr/>
        </p:nvSpPr>
        <p:spPr>
          <a:xfrm>
            <a:off x="10666392" y="1110392"/>
            <a:ext cx="477695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Legal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8688AB4-DF6A-8D7E-AC6C-315D7E93A338}"/>
              </a:ext>
            </a:extLst>
          </p:cNvPr>
          <p:cNvSpPr/>
          <p:nvPr/>
        </p:nvSpPr>
        <p:spPr>
          <a:xfrm>
            <a:off x="8892209" y="826120"/>
            <a:ext cx="3028122" cy="2888591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8A06A1-CB86-7582-BF29-432CA422ABE6}"/>
              </a:ext>
            </a:extLst>
          </p:cNvPr>
          <p:cNvSpPr txBox="1"/>
          <p:nvPr/>
        </p:nvSpPr>
        <p:spPr>
          <a:xfrm>
            <a:off x="9864891" y="690814"/>
            <a:ext cx="801501" cy="24622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A31D2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Subteam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A31D2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785E27A-D31A-84B8-8768-6C0864A1B776}"/>
              </a:ext>
            </a:extLst>
          </p:cNvPr>
          <p:cNvSpPr/>
          <p:nvPr/>
        </p:nvSpPr>
        <p:spPr>
          <a:xfrm>
            <a:off x="8937123" y="5066843"/>
            <a:ext cx="2889644" cy="1446599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Example of Ad hoc / External experts: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Technical experts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ESG support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Commercial business partners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Mentors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Entrepreneur in residence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Others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43609D0-C667-EA38-6778-85E0E990098F}"/>
              </a:ext>
            </a:extLst>
          </p:cNvPr>
          <p:cNvSpPr/>
          <p:nvPr/>
        </p:nvSpPr>
        <p:spPr>
          <a:xfrm>
            <a:off x="365233" y="5170044"/>
            <a:ext cx="3196575" cy="1170442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Business Support (e.g. Student assistants):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Market analysis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Competitor analysis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Addressable market analysis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Support for Go to market strategy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0122E50-72B3-9C65-7F8C-50CAE332C5F6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7466731" y="2244057"/>
            <a:ext cx="1440258" cy="9673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3D5B74-2EE4-B56F-1E19-E47DE443AD54}"/>
              </a:ext>
            </a:extLst>
          </p:cNvPr>
          <p:cNvCxnSpPr>
            <a:cxnSpLocks/>
            <a:stCxn id="11" idx="3"/>
            <a:endCxn id="36" idx="3"/>
          </p:cNvCxnSpPr>
          <p:nvPr/>
        </p:nvCxnSpPr>
        <p:spPr>
          <a:xfrm flipH="1">
            <a:off x="3561808" y="5257713"/>
            <a:ext cx="1112649" cy="4975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46E88D0-7F5E-8251-ADF7-89F83118881A}"/>
              </a:ext>
            </a:extLst>
          </p:cNvPr>
          <p:cNvCxnSpPr>
            <a:cxnSpLocks/>
            <a:stCxn id="14" idx="5"/>
            <a:endCxn id="32" idx="1"/>
          </p:cNvCxnSpPr>
          <p:nvPr/>
        </p:nvCxnSpPr>
        <p:spPr>
          <a:xfrm>
            <a:off x="7417914" y="5170043"/>
            <a:ext cx="1519209" cy="6201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46DC47D-F569-5B2F-D342-A90AE19F2910}"/>
              </a:ext>
            </a:extLst>
          </p:cNvPr>
          <p:cNvSpPr txBox="1"/>
          <p:nvPr/>
        </p:nvSpPr>
        <p:spPr>
          <a:xfrm>
            <a:off x="9274335" y="3270186"/>
            <a:ext cx="2109552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Incl. Patent coordinator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3FB28EB-6C83-7E21-29E5-A4A7B8BA4C86}"/>
              </a:ext>
            </a:extLst>
          </p:cNvPr>
          <p:cNvSpPr/>
          <p:nvPr/>
        </p:nvSpPr>
        <p:spPr>
          <a:xfrm>
            <a:off x="5708373" y="3934923"/>
            <a:ext cx="530087" cy="483705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1D180E-EE90-11C5-5D1F-33AFD76DDDFF}"/>
              </a:ext>
            </a:extLst>
          </p:cNvPr>
          <p:cNvSpPr/>
          <p:nvPr/>
        </p:nvSpPr>
        <p:spPr>
          <a:xfrm>
            <a:off x="579611" y="2274829"/>
            <a:ext cx="165650" cy="165652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CB3709A-2243-2BAD-3F8B-B82C286CB633}"/>
              </a:ext>
            </a:extLst>
          </p:cNvPr>
          <p:cNvSpPr/>
          <p:nvPr/>
        </p:nvSpPr>
        <p:spPr>
          <a:xfrm>
            <a:off x="579611" y="2564081"/>
            <a:ext cx="165650" cy="16565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E7470E-B649-D71A-4EBE-6DD3447D2DDE}"/>
              </a:ext>
            </a:extLst>
          </p:cNvPr>
          <p:cNvSpPr/>
          <p:nvPr/>
        </p:nvSpPr>
        <p:spPr>
          <a:xfrm>
            <a:off x="579611" y="2853333"/>
            <a:ext cx="165650" cy="165652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954F43-085F-8869-47BD-5698EFC91F61}"/>
              </a:ext>
            </a:extLst>
          </p:cNvPr>
          <p:cNvSpPr txBox="1"/>
          <p:nvPr/>
        </p:nvSpPr>
        <p:spPr>
          <a:xfrm>
            <a:off x="910708" y="2249422"/>
            <a:ext cx="533800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Leader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BCBC4B-6951-C891-B17E-F34139B845D5}"/>
              </a:ext>
            </a:extLst>
          </p:cNvPr>
          <p:cNvSpPr txBox="1"/>
          <p:nvPr/>
        </p:nvSpPr>
        <p:spPr>
          <a:xfrm>
            <a:off x="910708" y="2551657"/>
            <a:ext cx="867225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Mandatory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AC19C0-F1ED-0FE5-8F2C-AD7A8770307C}"/>
              </a:ext>
            </a:extLst>
          </p:cNvPr>
          <p:cNvSpPr txBox="1"/>
          <p:nvPr/>
        </p:nvSpPr>
        <p:spPr>
          <a:xfrm>
            <a:off x="910708" y="2853892"/>
            <a:ext cx="660437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Inventor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1139FF7-8001-DB15-7D14-F2771C9EA654}"/>
              </a:ext>
            </a:extLst>
          </p:cNvPr>
          <p:cNvSpPr/>
          <p:nvPr/>
        </p:nvSpPr>
        <p:spPr>
          <a:xfrm>
            <a:off x="437949" y="2068060"/>
            <a:ext cx="1668727" cy="1360940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B5CAE4-5D8E-EE6D-4818-1710E1D594A7}"/>
              </a:ext>
            </a:extLst>
          </p:cNvPr>
          <p:cNvSpPr txBox="1"/>
          <p:nvPr/>
        </p:nvSpPr>
        <p:spPr>
          <a:xfrm>
            <a:off x="618472" y="1935741"/>
            <a:ext cx="666849" cy="24622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31D2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Legend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A31D20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705A0DC-C8BC-C296-C18F-12811CD7BC7E}"/>
              </a:ext>
            </a:extLst>
          </p:cNvPr>
          <p:cNvSpPr/>
          <p:nvPr/>
        </p:nvSpPr>
        <p:spPr>
          <a:xfrm>
            <a:off x="579611" y="3169944"/>
            <a:ext cx="165650" cy="165652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41849D-9587-34A2-647B-8D48FB386C4D}"/>
              </a:ext>
            </a:extLst>
          </p:cNvPr>
          <p:cNvSpPr txBox="1"/>
          <p:nvPr/>
        </p:nvSpPr>
        <p:spPr>
          <a:xfrm>
            <a:off x="886923" y="3165896"/>
            <a:ext cx="686085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Optional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F67B19-6E2E-35E1-3428-21C498FC614A}"/>
              </a:ext>
            </a:extLst>
          </p:cNvPr>
          <p:cNvSpPr txBox="1"/>
          <p:nvPr/>
        </p:nvSpPr>
        <p:spPr>
          <a:xfrm>
            <a:off x="5551479" y="3650167"/>
            <a:ext cx="990656" cy="24622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Researcher</a:t>
            </a:r>
          </a:p>
        </p:txBody>
      </p:sp>
    </p:spTree>
    <p:extLst>
      <p:ext uri="{BB962C8B-B14F-4D97-AF65-F5344CB8AC3E}">
        <p14:creationId xmlns:p14="http://schemas.microsoft.com/office/powerpoint/2010/main" val="4131233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524081-30D4-88FD-3C23-EFC190D63B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Who to 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94D83-F0E7-09F0-B734-36CE16B6D3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896E3-F5FA-D44E-5E1F-2DD21573AB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the Research Support Offices: </a:t>
            </a:r>
          </a:p>
          <a:p>
            <a:r>
              <a:rPr lang="en-GB" dirty="0" err="1"/>
              <a:t>Preaward</a:t>
            </a:r>
            <a:r>
              <a:rPr lang="en-GB" dirty="0"/>
              <a:t> Frederiksberg+ (Science): Agnieszka Zygadlo Nielsen</a:t>
            </a:r>
          </a:p>
          <a:p>
            <a:r>
              <a:rPr lang="en-GB" dirty="0" err="1"/>
              <a:t>Preaward</a:t>
            </a:r>
            <a:r>
              <a:rPr lang="en-GB" dirty="0"/>
              <a:t> Nørre (Sund): Peter Lundberg and Esben Fiedler Røge  </a:t>
            </a:r>
          </a:p>
          <a:p>
            <a:r>
              <a:rPr lang="en-GB" dirty="0" err="1"/>
              <a:t>Preaward</a:t>
            </a:r>
            <a:r>
              <a:rPr lang="en-GB" dirty="0"/>
              <a:t> </a:t>
            </a:r>
            <a:r>
              <a:rPr lang="en-GB" dirty="0" err="1"/>
              <a:t>Søndre</a:t>
            </a:r>
            <a:r>
              <a:rPr lang="en-GB" dirty="0"/>
              <a:t> (SSH): TBD</a:t>
            </a:r>
          </a:p>
          <a:p>
            <a:endParaRPr lang="en-GB" dirty="0"/>
          </a:p>
          <a:p>
            <a:r>
              <a:rPr lang="en-GB" b="1" dirty="0"/>
              <a:t>In KU Lighthouse: </a:t>
            </a:r>
          </a:p>
          <a:p>
            <a:r>
              <a:rPr lang="en-GB" dirty="0"/>
              <a:t>See employees here: </a:t>
            </a:r>
            <a:r>
              <a:rPr lang="da-DK" dirty="0">
                <a:hlinkClick r:id="rId3"/>
              </a:rPr>
              <a:t>Mød teamet – Københavns Universitet</a:t>
            </a:r>
            <a:endParaRPr lang="en-GB" dirty="0"/>
          </a:p>
          <a:p>
            <a:r>
              <a:rPr lang="en-GB" dirty="0"/>
              <a:t>If in doubt, reach out to: Julie Sand Jørgensen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571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07BF-37A2-FFBC-851F-01925DD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9BF232-EB9E-174D-8B63-754DA8B0C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to expect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2204E-2806-2CC5-67FE-DEEE13A05E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D37C7-D48F-E8C2-C4AA-D0101E747F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From Research Support Offices (in the supporting role): </a:t>
            </a:r>
          </a:p>
          <a:p>
            <a:r>
              <a:rPr lang="en-GB" dirty="0"/>
              <a:t>1-2 prof readings of application pr researcher pr program </a:t>
            </a:r>
          </a:p>
          <a:p>
            <a:r>
              <a:rPr lang="en-GB" dirty="0"/>
              <a:t>1-2 meetings of 1h pr application pr researcher pr program</a:t>
            </a:r>
          </a:p>
          <a:p>
            <a:r>
              <a:rPr lang="en-GB" dirty="0"/>
              <a:t>Participation in panels of innovations program managed by LH</a:t>
            </a:r>
          </a:p>
          <a:p>
            <a:endParaRPr lang="en-GB" dirty="0"/>
          </a:p>
          <a:p>
            <a:r>
              <a:rPr lang="en-GB" b="1" dirty="0"/>
              <a:t>From KU Lighthouse (in the leader role): </a:t>
            </a:r>
          </a:p>
          <a:p>
            <a:r>
              <a:rPr lang="en-GB" dirty="0"/>
              <a:t>Leader and coordination of innovation applications (those where LH is first contact point) by the individual case handler/Innovation Advisor</a:t>
            </a:r>
          </a:p>
          <a:p>
            <a:r>
              <a:rPr lang="en-GB" dirty="0"/>
              <a:t>Planning and coordination of panels for innovation programmes by program manager (Julie)</a:t>
            </a:r>
          </a:p>
        </p:txBody>
      </p:sp>
    </p:spTree>
    <p:extLst>
      <p:ext uri="{BB962C8B-B14F-4D97-AF65-F5344CB8AC3E}">
        <p14:creationId xmlns:p14="http://schemas.microsoft.com/office/powerpoint/2010/main" val="3801056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C75A4F-4704-6BF3-113F-2D6E25B55B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17968-DD6E-9156-99F8-7334C80EE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8000" dirty="0"/>
              <a:t>Key Innovation Programs for joint Collaboration</a:t>
            </a:r>
            <a:endParaRPr lang="en-GB" sz="8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BA53A-2CFC-B3BC-A1FF-90DE2DB7D6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E247D-748B-1F16-AD49-1531DBAB95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30CBAB-B7F4-7E6F-D3B9-D7E149D121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Btw </a:t>
            </a:r>
            <a:r>
              <a:rPr lang="en-GB" dirty="0" err="1"/>
              <a:t>preaward</a:t>
            </a:r>
            <a:r>
              <a:rPr lang="en-GB" dirty="0"/>
              <a:t> and lighthouse </a:t>
            </a:r>
          </a:p>
        </p:txBody>
      </p:sp>
    </p:spTree>
    <p:extLst>
      <p:ext uri="{BB962C8B-B14F-4D97-AF65-F5344CB8AC3E}">
        <p14:creationId xmlns:p14="http://schemas.microsoft.com/office/powerpoint/2010/main" val="1324795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EF74BA-D2E9-BD9C-9107-E9FCF7EF1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28130-A411-2C9B-6733-A03DB5C172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32663-BDB6-B9B6-5A10-EC6B32FEB0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7ECE289D-3250-7047-44A5-CD20222C50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7738382"/>
              </p:ext>
            </p:extLst>
          </p:nvPr>
        </p:nvGraphicFramePr>
        <p:xfrm>
          <a:off x="670243" y="528819"/>
          <a:ext cx="10972801" cy="638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1361">
                  <a:extLst>
                    <a:ext uri="{9D8B030D-6E8A-4147-A177-3AD203B41FA5}">
                      <a16:colId xmlns:a16="http://schemas.microsoft.com/office/drawing/2014/main" val="1472676850"/>
                    </a:ext>
                  </a:extLst>
                </a:gridCol>
                <a:gridCol w="2755292">
                  <a:extLst>
                    <a:ext uri="{9D8B030D-6E8A-4147-A177-3AD203B41FA5}">
                      <a16:colId xmlns:a16="http://schemas.microsoft.com/office/drawing/2014/main" val="4086644766"/>
                    </a:ext>
                  </a:extLst>
                </a:gridCol>
                <a:gridCol w="2287377">
                  <a:extLst>
                    <a:ext uri="{9D8B030D-6E8A-4147-A177-3AD203B41FA5}">
                      <a16:colId xmlns:a16="http://schemas.microsoft.com/office/drawing/2014/main" val="3278283113"/>
                    </a:ext>
                  </a:extLst>
                </a:gridCol>
                <a:gridCol w="1718771">
                  <a:extLst>
                    <a:ext uri="{9D8B030D-6E8A-4147-A177-3AD203B41FA5}">
                      <a16:colId xmlns:a16="http://schemas.microsoft.com/office/drawing/2014/main" val="1007408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ptos"/>
                        </a:rPr>
                        <a:t>Funding Programmes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ptos"/>
                        </a:rPr>
                        <a:t>Grant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ptos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ptos"/>
                        </a:rPr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266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n-GB" sz="1500" b="1" i="0" dirty="0">
                          <a:solidFill>
                            <a:schemeClr val="tx1"/>
                          </a:solidFill>
                          <a:latin typeface="Aptos"/>
                        </a:rPr>
                        <a:t>NNF – Novo Nordisk Foundation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500" b="1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87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/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Pioneer Innovator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GB" sz="1500" b="0" i="0">
                          <a:solidFill>
                            <a:schemeClr val="tx1"/>
                          </a:solidFill>
                          <a:latin typeface="Aptos"/>
                        </a:rPr>
                        <a:t>Up to DKK 1,2M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GB" sz="1500" b="0" i="0">
                          <a:solidFill>
                            <a:schemeClr val="tx1"/>
                          </a:solidFill>
                          <a:latin typeface="Aptos"/>
                        </a:rPr>
                        <a:t>Sept 15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/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Distinguished Innovator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GB" sz="1500" b="0" i="0">
                          <a:solidFill>
                            <a:schemeClr val="tx1"/>
                          </a:solidFill>
                          <a:latin typeface="Aptos"/>
                        </a:rPr>
                        <a:t>Up to DKK 7,6 M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GB" sz="1500" b="0" i="0">
                          <a:solidFill>
                            <a:schemeClr val="tx1"/>
                          </a:solidFill>
                          <a:latin typeface="Aptos"/>
                        </a:rPr>
                        <a:t>Sept 15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575986"/>
                  </a:ext>
                </a:extLst>
              </a:tr>
              <a:tr h="253502"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Plant2Food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3-10M DKK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See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61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IBIS (Initiative for Biofertilizer Innovation and Science)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96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ODIN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70822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i="0" dirty="0">
                          <a:solidFill>
                            <a:schemeClr val="tx1"/>
                          </a:solidFill>
                          <a:latin typeface="+mn-lt"/>
                        </a:rPr>
                        <a:t>IFD – Innovation Fund Denmark</a:t>
                      </a: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06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Aptos"/>
                        </a:rPr>
                        <a:t>Innoexplorer</a:t>
                      </a: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Up to DKK 1,5M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Jan, March, Oct.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LH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132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Grand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Aptos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7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Industrial researcher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56151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n-GB" sz="1500" b="1" i="0" kern="1200" dirty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HE - Horizon Europe</a:t>
                      </a:r>
                      <a:r>
                        <a:rPr lang="en-GB" sz="1500" b="0" i="0" kern="1200" dirty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500" b="0" i="0" kern="1200" dirty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354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Clusters – collaboration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714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Aptos" panose="020B0004020202020204" pitchFamily="34" charset="0"/>
                        </a:rPr>
                        <a:t>EIC Pathfinder Open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>
                          <a:solidFill>
                            <a:schemeClr val="tx1"/>
                          </a:solidFill>
                          <a:latin typeface="Aptos"/>
                        </a:rPr>
                        <a:t>Depends on topic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>
                          <a:solidFill>
                            <a:schemeClr val="tx1"/>
                          </a:solidFill>
                          <a:latin typeface="Aptos"/>
                        </a:rPr>
                        <a:t>Depends on topic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295339"/>
                  </a:ext>
                </a:extLst>
              </a:tr>
              <a:tr h="21116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EIC Pathfinder Challengers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265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EIC Transition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LH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125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Eurostar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Preaward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700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997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CCC88D-D1A2-BD51-0216-D5DC402C3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93A60-0E70-A545-4E69-651C49BB08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818E3-F654-12EE-7E3D-C38732803A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32BF3832-E84C-8B95-4B3F-1E372AE191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453333"/>
              </p:ext>
            </p:extLst>
          </p:nvPr>
        </p:nvGraphicFramePr>
        <p:xfrm>
          <a:off x="670243" y="528819"/>
          <a:ext cx="10972801" cy="620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1361">
                  <a:extLst>
                    <a:ext uri="{9D8B030D-6E8A-4147-A177-3AD203B41FA5}">
                      <a16:colId xmlns:a16="http://schemas.microsoft.com/office/drawing/2014/main" val="1472676850"/>
                    </a:ext>
                  </a:extLst>
                </a:gridCol>
                <a:gridCol w="2755292">
                  <a:extLst>
                    <a:ext uri="{9D8B030D-6E8A-4147-A177-3AD203B41FA5}">
                      <a16:colId xmlns:a16="http://schemas.microsoft.com/office/drawing/2014/main" val="4086644766"/>
                    </a:ext>
                  </a:extLst>
                </a:gridCol>
                <a:gridCol w="2287377">
                  <a:extLst>
                    <a:ext uri="{9D8B030D-6E8A-4147-A177-3AD203B41FA5}">
                      <a16:colId xmlns:a16="http://schemas.microsoft.com/office/drawing/2014/main" val="3278283113"/>
                    </a:ext>
                  </a:extLst>
                </a:gridCol>
                <a:gridCol w="1718771">
                  <a:extLst>
                    <a:ext uri="{9D8B030D-6E8A-4147-A177-3AD203B41FA5}">
                      <a16:colId xmlns:a16="http://schemas.microsoft.com/office/drawing/2014/main" val="1007408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ptos"/>
                        </a:rPr>
                        <a:t>Funding Programmes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ptos"/>
                        </a:rPr>
                        <a:t>Grant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ptos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ptos"/>
                        </a:rPr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266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Development and Demonstration Projects </a:t>
                      </a:r>
                      <a:endParaRPr lang="en-GB" sz="1500" b="1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500" b="1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87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/>
                      <a:r>
                        <a:rPr lang="en-GB" sz="1600" dirty="0" err="1"/>
                        <a:t>Plantefonden</a:t>
                      </a: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/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Leo </a:t>
                      </a:r>
                      <a:r>
                        <a:rPr lang="en-GB" sz="1500" b="0" i="0" dirty="0" err="1">
                          <a:solidFill>
                            <a:schemeClr val="tx1"/>
                          </a:solidFill>
                          <a:latin typeface="Aptos"/>
                        </a:rPr>
                        <a:t>farma</a:t>
                      </a: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575986"/>
                  </a:ext>
                </a:extLst>
              </a:tr>
              <a:tr h="253502"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GB" sz="1500" b="0" i="0" dirty="0">
                          <a:solidFill>
                            <a:schemeClr val="tx1"/>
                          </a:solidFill>
                          <a:latin typeface="+mn-lt"/>
                        </a:rPr>
                        <a:t>Lundbeck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61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96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70822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06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132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7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56151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endParaRPr lang="en-GB" sz="1500" b="0" i="0" kern="1200" dirty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500" b="0" i="0" kern="1200" dirty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354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714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295339"/>
                  </a:ext>
                </a:extLst>
              </a:tr>
              <a:tr h="21116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265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125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5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700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422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470F-403F-C1B3-78E7-37B16957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041C-986A-EBCC-C3DA-2BF3C6D8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all" dirty="0">
                <a:solidFill>
                  <a:srgbClr val="DB3B0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Innovation Programs managed by </a:t>
            </a:r>
            <a:r>
              <a:rPr lang="en-US" sz="4000" cap="all" dirty="0" err="1">
                <a:solidFill>
                  <a:srgbClr val="DB3B0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preaward</a:t>
            </a:r>
            <a:endParaRPr lang="en-GB" sz="4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57CC84-A344-306F-6C7F-DD4A842815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745488"/>
              </p:ext>
            </p:extLst>
          </p:nvPr>
        </p:nvGraphicFramePr>
        <p:xfrm>
          <a:off x="782638" y="1635125"/>
          <a:ext cx="10623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3550">
                  <a:extLst>
                    <a:ext uri="{9D8B030D-6E8A-4147-A177-3AD203B41FA5}">
                      <a16:colId xmlns:a16="http://schemas.microsoft.com/office/drawing/2014/main" val="2310410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3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Novo Nordisk Fonden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55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Innovation Fund Denmark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563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Horizon Europe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070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Demonstration projects – GUDP, MUDP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306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Lundbeckfonden</a:t>
                      </a:r>
                      <a:r>
                        <a:rPr lang="en-GB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568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EU </a:t>
                      </a:r>
                      <a:r>
                        <a:rPr lang="en-GB" dirty="0" err="1"/>
                        <a:t>Opstart</a:t>
                      </a:r>
                      <a:r>
                        <a:rPr lang="en-GB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77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Plantefonden</a:t>
                      </a:r>
                      <a:r>
                        <a:rPr lang="en-GB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7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NNF Open Innovation Funding Programs: IBIS, Plant 2 Food, Odin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030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8852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29AA1EF-A9DE-93C7-8989-4A1FB708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167" y="619125"/>
            <a:ext cx="10623552" cy="865188"/>
          </a:xfrm>
        </p:spPr>
        <p:txBody>
          <a:bodyPr/>
          <a:lstStyle/>
          <a:p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DB3B0A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Innovation Programs managed by </a:t>
            </a:r>
            <a:r>
              <a:rPr kumimoji="0" lang="en-US" sz="4000" b="1" i="0" u="none" strike="noStrike" kern="1200" cap="all" spc="0" normalizeH="0" baseline="0" noProof="0" dirty="0" err="1">
                <a:ln>
                  <a:noFill/>
                </a:ln>
                <a:solidFill>
                  <a:srgbClr val="DB3B0A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preaward</a:t>
            </a:r>
            <a:endParaRPr lang="en-US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6D4FA5-295C-2054-9BC9-8F3C0742F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033256"/>
              </p:ext>
            </p:extLst>
          </p:nvPr>
        </p:nvGraphicFramePr>
        <p:xfrm>
          <a:off x="783167" y="1635125"/>
          <a:ext cx="10623552" cy="381942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505440">
                  <a:extLst>
                    <a:ext uri="{9D8B030D-6E8A-4147-A177-3AD203B41FA5}">
                      <a16:colId xmlns:a16="http://schemas.microsoft.com/office/drawing/2014/main" val="3088215703"/>
                    </a:ext>
                  </a:extLst>
                </a:gridCol>
                <a:gridCol w="4298372">
                  <a:extLst>
                    <a:ext uri="{9D8B030D-6E8A-4147-A177-3AD203B41FA5}">
                      <a16:colId xmlns:a16="http://schemas.microsoft.com/office/drawing/2014/main" val="1958181142"/>
                    </a:ext>
                  </a:extLst>
                </a:gridCol>
                <a:gridCol w="2547426">
                  <a:extLst>
                    <a:ext uri="{9D8B030D-6E8A-4147-A177-3AD203B41FA5}">
                      <a16:colId xmlns:a16="http://schemas.microsoft.com/office/drawing/2014/main" val="1229423443"/>
                    </a:ext>
                  </a:extLst>
                </a:gridCol>
                <a:gridCol w="1272314">
                  <a:extLst>
                    <a:ext uri="{9D8B030D-6E8A-4147-A177-3AD203B41FA5}">
                      <a16:colId xmlns:a16="http://schemas.microsoft.com/office/drawing/2014/main" val="1829635224"/>
                    </a:ext>
                  </a:extLst>
                </a:gridCol>
              </a:tblGrid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ErhversPostdoc (private sektor) Efterår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Postdoc fellowship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28552788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ErhversPostdoc (private sektor) Forår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Postdoc fellowship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81801268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Erhvervs-ph.d. (offentlig sektor) Efterår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PhD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89508379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Erhvervs-ph.d.: (offentlig sektor) Efterår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PhD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33094716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ErhvervsPhD (privat sektor) Efterår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PhD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53588061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ErhvervsPhD (privat sektor) Forår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PhD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61926176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ErhvervsPostdoc (offentlig sektor) Efterår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Postdoc fellowship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92824918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ErhvervsPostdoc (offentlig sektor) Efterår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Postdoc fellowship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70052856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Grand Solutions: Fase 1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9633860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InnoExplorer Runde 1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Innovation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62930913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InnoExplorer Runde 2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Innovation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82385303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Danmarks Innovationsfond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InnoExplorer Runde 3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Innovation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23501333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GUDP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Udviklings- og demonstrationsprojekter Efterår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4938467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GUDP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Udviklings- og demonstrationsprojekter Forår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2069805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GUDP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Udviklings- og demonstrationsprojekter Forår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7502947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GUDP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Udviklings- og demonstrationsprojekter Organic RDD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08064386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Horizon Europe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Cluster 1: Health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750646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Horizon Europe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Cluster 2: Culture, Creativity and Inclusive Society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685827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Horizon Europe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Cluster 3: Civil Security for Society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070139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Horizon Europe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Cluster 4: Digital, Industry and Space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073346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Horizon Europe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Cluster 5: Climate, Energy and Mobility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514411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Horizon Europe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Cluster 6: Food, Bioeconomy, Natural Resources, Agriculture and Environment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449859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Horizon Europe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EIC Pathfinder Challenge 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710174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Lundbeckfonden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Lundbeck Start-Up Programme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Other calls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70165574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Lundbeckfonden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Lundbeck Start-Up Programme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Other calls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773619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Ministeriet for Fødevarer, Landbrug og Fiskeri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Plantefonden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75908849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MUDP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Miljøteknologisk Udviklings- og Demonstrationsprogram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Individual and collaborative research projects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83896117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Novo Nordisk Fonden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Distinguished Innovator Grant Efterår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Innovation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SCIENCE, SUND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50043141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Novo Nordisk Fonden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 err="1">
                          <a:effectLst/>
                        </a:rPr>
                        <a:t>Distinguished</a:t>
                      </a:r>
                      <a:r>
                        <a:rPr lang="da-DK" sz="600" u="none" strike="noStrike" dirty="0">
                          <a:effectLst/>
                        </a:rPr>
                        <a:t> Innovator Grant Forår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Innovation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25711496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Novo Nordisk Fonden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Pioneer Innovator Grant Efterår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Innovation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12734669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Novo Nordisk Fonden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Pioneer Innovator Grant Forår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Innovation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7349107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Novo Nordisk Fonden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Plant2Food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SCIENCE, SUND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68430060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Styrelsen for forskning og uddannelse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 err="1">
                          <a:effectLst/>
                        </a:rPr>
                        <a:t>EUopSTART</a:t>
                      </a:r>
                      <a:r>
                        <a:rPr lang="da-DK" sz="600" u="none" strike="noStrike" dirty="0">
                          <a:effectLst/>
                        </a:rPr>
                        <a:t> - Horizon Europe Runde 1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Other calls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943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Styrelsen for forskning og uddannelse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EUopSTART - Horizon Europe Runde 2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Other calls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Alle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6203770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Styrelsen for forskning og uddannelse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EUopSTART - Horizon Europe Runde 3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Other calls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Alle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81537310"/>
                  </a:ext>
                </a:extLst>
              </a:tr>
              <a:tr h="106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Styrelsen for Forskning og Uddannelse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Global Innovation Network Programme (GINP)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>
                          <a:effectLst/>
                        </a:rPr>
                        <a:t>Innovation grants</a:t>
                      </a:r>
                      <a:endParaRPr lang="da-DK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600" u="none" strike="noStrike" dirty="0">
                          <a:effectLst/>
                        </a:rPr>
                        <a:t>Alle</a:t>
                      </a:r>
                      <a:endParaRPr lang="da-DK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850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664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2AAF-63CB-555A-9057-81163929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Innovation </a:t>
            </a:r>
            <a:r>
              <a:rPr lang="en-US" sz="4000" dirty="0" err="1"/>
              <a:t>programmes</a:t>
            </a:r>
            <a:r>
              <a:rPr lang="en-US" sz="4000" dirty="0"/>
              <a:t> managed by Lighthouse</a:t>
            </a:r>
            <a:endParaRPr lang="en-GB" sz="4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56875B-8443-9F17-92AF-22B5961F3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9057356"/>
              </p:ext>
            </p:extLst>
          </p:nvPr>
        </p:nvGraphicFramePr>
        <p:xfrm>
          <a:off x="782638" y="1635125"/>
          <a:ext cx="1062355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3550">
                  <a:extLst>
                    <a:ext uri="{9D8B030D-6E8A-4147-A177-3AD203B41FA5}">
                      <a16:colId xmlns:a16="http://schemas.microsoft.com/office/drawing/2014/main" val="2310410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3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KU Proof of Concept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55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Otto Mønsted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563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Otto Bruun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070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Fonden for </a:t>
                      </a:r>
                      <a:r>
                        <a:rPr lang="en-GB" dirty="0" err="1"/>
                        <a:t>Entreprenørskab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306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Industriens</a:t>
                      </a:r>
                      <a:r>
                        <a:rPr lang="en-GB" dirty="0"/>
                        <a:t> Fond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568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Dansk Industri </a:t>
                      </a:r>
                      <a:r>
                        <a:rPr lang="en-GB" dirty="0" err="1"/>
                        <a:t>Fonde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og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Legater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77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Vissing Fonden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7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EIFO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86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Bio Innovation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98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SPARK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76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Spinouts Denmark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20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Open Entrepreneurship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220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229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779EA9-4918-5F55-45EA-5FEDDFEC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167" y="619125"/>
            <a:ext cx="10623552" cy="865188"/>
          </a:xfrm>
        </p:spPr>
        <p:txBody>
          <a:bodyPr/>
          <a:lstStyle/>
          <a:p>
            <a:r>
              <a:rPr lang="en-US" sz="4000" dirty="0"/>
              <a:t>Innovation </a:t>
            </a:r>
            <a:r>
              <a:rPr lang="en-US" sz="4000" dirty="0" err="1"/>
              <a:t>programmes</a:t>
            </a:r>
            <a:r>
              <a:rPr lang="en-US" sz="4000" dirty="0"/>
              <a:t> managed by Lighthouse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954C56-5BD8-3089-DC7D-E4514D5C6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070718"/>
              </p:ext>
            </p:extLst>
          </p:nvPr>
        </p:nvGraphicFramePr>
        <p:xfrm>
          <a:off x="783167" y="1635125"/>
          <a:ext cx="10491559" cy="479434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011511">
                  <a:extLst>
                    <a:ext uri="{9D8B030D-6E8A-4147-A177-3AD203B41FA5}">
                      <a16:colId xmlns:a16="http://schemas.microsoft.com/office/drawing/2014/main" val="932770739"/>
                    </a:ext>
                  </a:extLst>
                </a:gridCol>
                <a:gridCol w="4899822">
                  <a:extLst>
                    <a:ext uri="{9D8B030D-6E8A-4147-A177-3AD203B41FA5}">
                      <a16:colId xmlns:a16="http://schemas.microsoft.com/office/drawing/2014/main" val="3859803801"/>
                    </a:ext>
                  </a:extLst>
                </a:gridCol>
                <a:gridCol w="2038552">
                  <a:extLst>
                    <a:ext uri="{9D8B030D-6E8A-4147-A177-3AD203B41FA5}">
                      <a16:colId xmlns:a16="http://schemas.microsoft.com/office/drawing/2014/main" val="2072918154"/>
                    </a:ext>
                  </a:extLst>
                </a:gridCol>
                <a:gridCol w="1541674">
                  <a:extLst>
                    <a:ext uri="{9D8B030D-6E8A-4147-A177-3AD203B41FA5}">
                      <a16:colId xmlns:a16="http://schemas.microsoft.com/office/drawing/2014/main" val="310827526"/>
                    </a:ext>
                  </a:extLst>
                </a:gridCol>
              </a:tblGrid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KU Proof of Concept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TO GO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04222468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KU Proof of Concept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MAX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0778392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Otto Mønsted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Studiemeriterende ophold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Research exchange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Teknisk og merkantil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4028081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Otto Mønsted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Kongresdeltagelse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Research exchange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Teknisk og merkantil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06390911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Otto Mønsted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Forskningsophold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Research exchange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Teknisk og merkantil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37550209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Otto Mønsted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Udenlandske gæsteprofessorater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Research exchange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Teknisk og merkantil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76758765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Otto Mønsted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Særlige Formål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Teknisk og merkantil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72801188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Otto Mønsted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Den Lyse Idé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7141233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Otto Bruun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Industrielle projekter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Hard Tech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11548340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Otto Bruun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Almennyttige projekter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46313614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Funden for Entreprenørskab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Projektstøtte til skoler og uddannelsesinstitutioner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65247785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Funden for Entreprenørskab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Mikrolegat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56690115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Funden for Entreprenørskab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Momentum Mikrolegat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49243575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Industriens Fond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originale ideer, der skaber forandring og positive effekter for danske virksomheder. 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Collaborative innovation projects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00580456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Dansk Industris Fonde og legater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Alexander Foss' Industrifond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80142737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Dansk Industris Fonde og legater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Karl Pedersen og Hustrus Industrifond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23086777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Dansk Industris Fonde og legater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Reinholdt W. Jorck og Hustrus Fond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Research exchange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6304694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VissingFonden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Lægevidenskabelig forskning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SUND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70330658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VissingFonden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 dirty="0">
                          <a:effectLst/>
                        </a:rPr>
                        <a:t>Opstartsvirksomheder inden for energi</a:t>
                      </a:r>
                      <a:endParaRPr lang="da-DK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Energi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22466944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VissingFonden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Børn og unge med vanskelige vilkår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Impact projects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90061360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EIFO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Investeringsordning til Grøn industriproduktion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06560523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EIFO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Green Accelerator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9163435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EIFO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Investeringsgaranti til forsvarsindustri i Ukraine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75439606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EIFO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Låne- og garantiordning til genopbygning af Ukraine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72048940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EIFO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Låne- og garantiordning til dansk eksport til Afrika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3519467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BioInnovationInstitute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BII Bio Studio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SUND, SCIENCE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36096184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BioInnovationInstitute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BII Venture Lab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SUND, SCIENCE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63669052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BioInnovationInstitute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BII Quantum Lab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SUND, SCIENCE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8321621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BioInnovationInstitute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BII Upscalator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SUND, SCIENCE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44207175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BioInnovationInstitute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AI Lab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SUND, SCIENCE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41036632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SPARK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mentoring programme that supports academic inventions in life science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SUND, SCIENCE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41415285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Spinouts Denmark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Spinouts - entrepreneurial junior researchers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SUND, SCIENCE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38686858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 dirty="0">
                          <a:effectLst/>
                        </a:rPr>
                        <a:t>Open </a:t>
                      </a:r>
                      <a:r>
                        <a:rPr lang="da-DK" sz="700" u="none" strike="noStrike" dirty="0" err="1">
                          <a:effectLst/>
                        </a:rPr>
                        <a:t>Entrepreneurship</a:t>
                      </a:r>
                      <a:endParaRPr lang="da-DK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connect researchers with experienced external entrepreneurs and investors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Matchmaking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06939905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Danmarks Innovationsfond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Innofounder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Innovation grants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26363553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 dirty="0">
                          <a:effectLst/>
                        </a:rPr>
                        <a:t>Danmarks Innovationsfond</a:t>
                      </a:r>
                      <a:endParaRPr lang="da-DK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 dirty="0" err="1">
                          <a:effectLst/>
                        </a:rPr>
                        <a:t>Innobooster</a:t>
                      </a:r>
                      <a:r>
                        <a:rPr lang="da-DK" sz="700" u="none" strike="noStrike" dirty="0">
                          <a:effectLst/>
                        </a:rPr>
                        <a:t> </a:t>
                      </a:r>
                      <a:endParaRPr lang="da-DK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 dirty="0">
                          <a:effectLst/>
                        </a:rPr>
                        <a:t>Innovation </a:t>
                      </a:r>
                      <a:r>
                        <a:rPr lang="da-DK" sz="700" u="none" strike="noStrike" dirty="0" err="1">
                          <a:effectLst/>
                        </a:rPr>
                        <a:t>grants</a:t>
                      </a:r>
                      <a:endParaRPr lang="da-DK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 dirty="0">
                          <a:effectLst/>
                        </a:rPr>
                        <a:t>Alle - kommercielt fokus </a:t>
                      </a:r>
                      <a:endParaRPr lang="da-DK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25112281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Danmarks Innovationsfund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Innoexplorer</a:t>
                      </a:r>
                      <a:r>
                        <a:rPr lang="da-DK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Innovation </a:t>
                      </a:r>
                      <a:r>
                        <a:rPr lang="da-DK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grants</a:t>
                      </a:r>
                      <a:endParaRPr lang="da-DK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Alle – kommercielt fokus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03667243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 dirty="0">
                          <a:effectLst/>
                        </a:rPr>
                        <a:t>Horizon Europe</a:t>
                      </a:r>
                      <a:endParaRPr lang="da-DK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EIC Transition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Investment / equity stage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Alle - kommercielt fokus 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32449318"/>
                  </a:ext>
                </a:extLst>
              </a:tr>
              <a:tr h="126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Horizon Europe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>
                          <a:effectLst/>
                        </a:rPr>
                        <a:t>Scaleup Europe Fund</a:t>
                      </a:r>
                      <a:endParaRPr lang="da-DK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 dirty="0">
                          <a:effectLst/>
                        </a:rPr>
                        <a:t>Investment / </a:t>
                      </a:r>
                      <a:r>
                        <a:rPr lang="da-DK" sz="700" u="none" strike="noStrike" dirty="0" err="1">
                          <a:effectLst/>
                        </a:rPr>
                        <a:t>equity</a:t>
                      </a:r>
                      <a:r>
                        <a:rPr lang="da-DK" sz="700" u="none" strike="noStrike" dirty="0">
                          <a:effectLst/>
                        </a:rPr>
                        <a:t> stage</a:t>
                      </a:r>
                      <a:endParaRPr lang="da-DK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700" u="none" strike="noStrike" dirty="0">
                          <a:effectLst/>
                        </a:rPr>
                        <a:t>Alle - kommercielt fokus </a:t>
                      </a:r>
                      <a:endParaRPr lang="da-DK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72538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755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377AE-2D82-F58B-7587-8D0B19CCA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73FB4-61DC-8379-8BE0-BD2FFFA6C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11000" dirty="0"/>
              <a:t>Innovation fund </a:t>
            </a:r>
            <a:r>
              <a:rPr lang="en-GB" sz="11000" dirty="0" err="1"/>
              <a:t>denmark</a:t>
            </a:r>
            <a:endParaRPr lang="en-GB" sz="11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25911-2719-B427-0BEC-47EF059601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044F2-AA01-7E8E-1C0E-DD2E12FF8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E2612F-A31C-85DD-2341-A207D3208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055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0C282E-9C7C-D131-B256-D63445BF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230C2E1-7643-537A-4E7F-595882AC46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1762533"/>
              </p:ext>
            </p:extLst>
          </p:nvPr>
        </p:nvGraphicFramePr>
        <p:xfrm>
          <a:off x="1194486" y="333881"/>
          <a:ext cx="9404864" cy="7193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7ED7659F-8066-0E14-B9D9-A9328B89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11" y="161964"/>
            <a:ext cx="7950643" cy="618429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265317"/>
                </a:solidFill>
              </a:rPr>
              <a:t>IFD Funding Landscape</a:t>
            </a:r>
            <a:endParaRPr lang="en-GB" sz="2400" b="1" dirty="0"/>
          </a:p>
        </p:txBody>
      </p:sp>
      <p:sp>
        <p:nvSpPr>
          <p:cNvPr id="10" name="Rektangel 34">
            <a:extLst>
              <a:ext uri="{FF2B5EF4-FFF2-40B4-BE49-F238E27FC236}">
                <a16:creationId xmlns:a16="http://schemas.microsoft.com/office/drawing/2014/main" id="{1D98F746-ED6C-2BCE-001B-5B062E69A433}"/>
              </a:ext>
            </a:extLst>
          </p:cNvPr>
          <p:cNvSpPr/>
          <p:nvPr/>
        </p:nvSpPr>
        <p:spPr>
          <a:xfrm>
            <a:off x="4080294" y="945456"/>
            <a:ext cx="4985846" cy="501325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IFD- Grand Solution,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Innomissions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Internationa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collaborations</a:t>
            </a:r>
          </a:p>
        </p:txBody>
      </p:sp>
      <p:sp>
        <p:nvSpPr>
          <p:cNvPr id="11" name="Rektangel 35">
            <a:extLst>
              <a:ext uri="{FF2B5EF4-FFF2-40B4-BE49-F238E27FC236}">
                <a16:creationId xmlns:a16="http://schemas.microsoft.com/office/drawing/2014/main" id="{30A86427-00EA-2AC5-3740-1EA95C4D202E}"/>
              </a:ext>
            </a:extLst>
          </p:cNvPr>
          <p:cNvSpPr/>
          <p:nvPr/>
        </p:nvSpPr>
        <p:spPr>
          <a:xfrm>
            <a:off x="5147275" y="2384168"/>
            <a:ext cx="3378889" cy="524227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Innobooster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06" name="TextBox 1905">
            <a:extLst>
              <a:ext uri="{FF2B5EF4-FFF2-40B4-BE49-F238E27FC236}">
                <a16:creationId xmlns:a16="http://schemas.microsoft.com/office/drawing/2014/main" id="{4F68A9DF-9C93-7CDC-8F9D-8794C3FCA6D6}"/>
              </a:ext>
            </a:extLst>
          </p:cNvPr>
          <p:cNvSpPr txBox="1"/>
          <p:nvPr/>
        </p:nvSpPr>
        <p:spPr>
          <a:xfrm>
            <a:off x="2150076" y="3567919"/>
            <a:ext cx="304525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Basic research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Concept formulation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Proof of concept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07" name="TextBox 1906">
            <a:extLst>
              <a:ext uri="{FF2B5EF4-FFF2-40B4-BE49-F238E27FC236}">
                <a16:creationId xmlns:a16="http://schemas.microsoft.com/office/drawing/2014/main" id="{839689A3-541F-0B66-B5EB-732B7278A76B}"/>
              </a:ext>
            </a:extLst>
          </p:cNvPr>
          <p:cNvSpPr txBox="1"/>
          <p:nvPr/>
        </p:nvSpPr>
        <p:spPr>
          <a:xfrm>
            <a:off x="4902886" y="3574783"/>
            <a:ext cx="314136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A7D2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Laboratory testing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A7D2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Prototype development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A7D2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Validation in relevant environment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20C0ECBF-F1AB-0A20-172C-9BD310E85D37}"/>
              </a:ext>
            </a:extLst>
          </p:cNvPr>
          <p:cNvSpPr txBox="1"/>
          <p:nvPr/>
        </p:nvSpPr>
        <p:spPr>
          <a:xfrm>
            <a:off x="7250671" y="3574783"/>
            <a:ext cx="487130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 prototype demonstration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 proven in an operational environment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Successful deployment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39C1F53C-D8B5-5DAC-865A-134B9248F0F5}"/>
              </a:ext>
            </a:extLst>
          </p:cNvPr>
          <p:cNvSpPr txBox="1"/>
          <p:nvPr/>
        </p:nvSpPr>
        <p:spPr>
          <a:xfrm>
            <a:off x="2191265" y="4783001"/>
            <a:ext cx="295600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1A98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Early-stage research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1A98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Preliminary testing of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1A98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technical and social solutions</a:t>
            </a:r>
          </a:p>
        </p:txBody>
      </p:sp>
      <p:sp>
        <p:nvSpPr>
          <p:cNvPr id="2138" name="TextBox 2137">
            <a:extLst>
              <a:ext uri="{FF2B5EF4-FFF2-40B4-BE49-F238E27FC236}">
                <a16:creationId xmlns:a16="http://schemas.microsoft.com/office/drawing/2014/main" id="{E10F3419-DDBA-09A6-BAD4-8595C2C15D64}"/>
              </a:ext>
            </a:extLst>
          </p:cNvPr>
          <p:cNvSpPr txBox="1"/>
          <p:nvPr/>
        </p:nvSpPr>
        <p:spPr>
          <a:xfrm>
            <a:off x="5067644" y="4783000"/>
            <a:ext cx="286676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BF4F1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Demonstration of the technology in a relevant setting, addressing potential societal concerns </a:t>
            </a:r>
          </a:p>
        </p:txBody>
      </p:sp>
      <p:sp>
        <p:nvSpPr>
          <p:cNvPr id="2139" name="TextBox 2138">
            <a:extLst>
              <a:ext uri="{FF2B5EF4-FFF2-40B4-BE49-F238E27FC236}">
                <a16:creationId xmlns:a16="http://schemas.microsoft.com/office/drawing/2014/main" id="{76B92F1A-2272-34B8-07E0-8458E00D290B}"/>
              </a:ext>
            </a:extLst>
          </p:cNvPr>
          <p:cNvSpPr txBox="1"/>
          <p:nvPr/>
        </p:nvSpPr>
        <p:spPr>
          <a:xfrm>
            <a:off x="7813589" y="4783000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340D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Large-scale implementation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340D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Widespread adoption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340D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Positive societal impact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49" name="TextBox 3548">
            <a:extLst>
              <a:ext uri="{FF2B5EF4-FFF2-40B4-BE49-F238E27FC236}">
                <a16:creationId xmlns:a16="http://schemas.microsoft.com/office/drawing/2014/main" id="{66C3B600-57E5-887C-80AC-3574F173EAA0}"/>
              </a:ext>
            </a:extLst>
          </p:cNvPr>
          <p:cNvSpPr txBox="1"/>
          <p:nvPr/>
        </p:nvSpPr>
        <p:spPr>
          <a:xfrm>
            <a:off x="3096056" y="2832005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Research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51" name="TextBox 3550">
            <a:extLst>
              <a:ext uri="{FF2B5EF4-FFF2-40B4-BE49-F238E27FC236}">
                <a16:creationId xmlns:a16="http://schemas.microsoft.com/office/drawing/2014/main" id="{F241FECB-F9AD-69B7-09A6-8A068153F1EB}"/>
              </a:ext>
            </a:extLst>
          </p:cNvPr>
          <p:cNvSpPr txBox="1"/>
          <p:nvPr/>
        </p:nvSpPr>
        <p:spPr>
          <a:xfrm>
            <a:off x="5800813" y="2832005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Development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52" name="TextBox 3551">
            <a:extLst>
              <a:ext uri="{FF2B5EF4-FFF2-40B4-BE49-F238E27FC236}">
                <a16:creationId xmlns:a16="http://schemas.microsoft.com/office/drawing/2014/main" id="{AEE73705-14AB-CDBD-C71B-EA0CAC10123C}"/>
              </a:ext>
            </a:extLst>
          </p:cNvPr>
          <p:cNvSpPr txBox="1"/>
          <p:nvPr/>
        </p:nvSpPr>
        <p:spPr>
          <a:xfrm>
            <a:off x="8526164" y="2832005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Deployment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ktangel 35">
            <a:extLst>
              <a:ext uri="{FF2B5EF4-FFF2-40B4-BE49-F238E27FC236}">
                <a16:creationId xmlns:a16="http://schemas.microsoft.com/office/drawing/2014/main" id="{F19327E7-64ED-271C-6395-7371193C5687}"/>
              </a:ext>
            </a:extLst>
          </p:cNvPr>
          <p:cNvSpPr/>
          <p:nvPr/>
        </p:nvSpPr>
        <p:spPr>
          <a:xfrm>
            <a:off x="4080294" y="1950512"/>
            <a:ext cx="2806094" cy="4119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Innoexplorer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ktangel 35">
            <a:extLst>
              <a:ext uri="{FF2B5EF4-FFF2-40B4-BE49-F238E27FC236}">
                <a16:creationId xmlns:a16="http://schemas.microsoft.com/office/drawing/2014/main" id="{5F2FB561-4707-E228-FF1E-61F96BCD5CA7}"/>
              </a:ext>
            </a:extLst>
          </p:cNvPr>
          <p:cNvSpPr/>
          <p:nvPr/>
        </p:nvSpPr>
        <p:spPr>
          <a:xfrm>
            <a:off x="3200401" y="2411967"/>
            <a:ext cx="1828804" cy="49642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Innofounder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ktangel 34">
            <a:extLst>
              <a:ext uri="{FF2B5EF4-FFF2-40B4-BE49-F238E27FC236}">
                <a16:creationId xmlns:a16="http://schemas.microsoft.com/office/drawing/2014/main" id="{A4DBD841-11BF-F0D6-8262-DE0364D44366}"/>
              </a:ext>
            </a:extLst>
          </p:cNvPr>
          <p:cNvSpPr/>
          <p:nvPr/>
        </p:nvSpPr>
        <p:spPr>
          <a:xfrm>
            <a:off x="3540318" y="1533440"/>
            <a:ext cx="3472957" cy="357726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IFD- Industrial</a:t>
            </a:r>
            <a:r>
              <a:rPr kumimoji="0" lang="en-GB" sz="1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Researcher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738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5" grpId="0" animBg="1"/>
      <p:bldP spid="9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2A63-785A-1E8C-5BD8-B10CBA6F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948703-574F-A8EE-61A8-208EF290E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BB678-8A6F-B4A6-C119-186AF1E23B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6FBCA-4061-4BC6-4163-325475121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EF98E6-575A-E3CA-D4D1-15DFC6D5023C}"/>
              </a:ext>
            </a:extLst>
          </p:cNvPr>
          <p:cNvGraphicFramePr>
            <a:graphicFrameLocks noGrp="1"/>
          </p:cNvGraphicFramePr>
          <p:nvPr/>
        </p:nvGraphicFramePr>
        <p:xfrm>
          <a:off x="589756" y="759066"/>
          <a:ext cx="11012488" cy="576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IDF </a:t>
                      </a:r>
                      <a:r>
                        <a:rPr lang="en-GB" sz="1600" b="1" dirty="0" err="1"/>
                        <a:t>Innofounder</a:t>
                      </a:r>
                      <a:r>
                        <a:rPr lang="en-GB" sz="1600" b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27,500-82,500/month (1-3 founders)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+ DKK 100,000 development grant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12 months full-time (start within 4 months of commitment)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Team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Individual or team of up to 3 founders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Multiple rounds/year (next: 28 Jul - 25 Aug 2026)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Green tech / Life science &amp; health / Strategic tech / Defence &amp; security / Off-topic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Develop an early-stage entrepreneurial idea into a financially sustainable business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 1-3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innovationsfonden.dk/en/p/innofounder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innofounder@innofond.dk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035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0BA3-7FD8-BF34-5A83-272A5A82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4C4E62-3B3E-68AE-F3EB-3BABDA5ED6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FF065-C7CF-0868-045F-8142A5594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CF020-99F7-1EAE-1AF5-2C8B6C1A6F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F4903A-D4C5-AF7F-B936-2AF3BE1ACA52}"/>
              </a:ext>
            </a:extLst>
          </p:cNvPr>
          <p:cNvGraphicFramePr>
            <a:graphicFrameLocks noGrp="1"/>
          </p:cNvGraphicFramePr>
          <p:nvPr/>
        </p:nvGraphicFramePr>
        <p:xfrm>
          <a:off x="589756" y="759066"/>
          <a:ext cx="11012488" cy="576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IDF </a:t>
                      </a:r>
                      <a:r>
                        <a:rPr lang="en-GB" sz="1600" b="1" dirty="0" err="1"/>
                        <a:t>Innobooster</a:t>
                      </a:r>
                      <a:endParaRPr lang="en-GB" sz="16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200,000-5 million per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Max. 35% co-financing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24 months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Team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Danish SMEs (incl. start-ups); new/existing staff + knowledge suppliers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Rolling pools; next: 6 Aug 2026 and 15 Oct 2026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Green tech / Life science &amp; health / Critical &amp; digital tech / Defence &amp; security / Off-topic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Co-finance risky, knowledge-based development projects that boost company growth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 4-7 (solution not yet market-ready)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innovationsfonden.dk/en/p/innobooster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Innobooster@innofond.dk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048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1BFD5-2DEA-818D-2882-9F478178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4C2BA2-25F8-3179-0841-DD8E314A02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F6850-80E9-BC65-264D-4C000A7CE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0D82A-9B78-600D-02C8-EE494A2CD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D56C41-7C4B-95A2-DCA6-DDEC24D3D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97628"/>
              </p:ext>
            </p:extLst>
          </p:nvPr>
        </p:nvGraphicFramePr>
        <p:xfrm>
          <a:off x="566531" y="587375"/>
          <a:ext cx="11012488" cy="6219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IDF </a:t>
                      </a:r>
                      <a:r>
                        <a:rPr lang="en-GB" sz="1600" b="1" dirty="0" err="1"/>
                        <a:t>Innoexplorer</a:t>
                      </a:r>
                      <a:endParaRPr lang="en-GB" sz="16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500,000-1.5 million per project (incl. overhead)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85% paid at start, 15% at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12 months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Team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Individual researchers or teams (incl. PhD students, co-founders/mentors) at a Danish public research institution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Several rounds/year; next: round 3 2026 - 23 Sept 2026, 12:00 noon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Green tech / Life science, health &amp; welfare tech / Digitisation &amp; tech / Off-topic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Purpose</a:t>
                      </a:r>
                      <a:endParaRPr lang="en-GB" sz="16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Mature early-stage, research-based ideas and test commercial viability, as a step toward a future spin-out or start-up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 3-5 (pre-commercial, research-based)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innovationsfonden.dk/en/p/innoexplorer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Innoexplorer@innofond.dk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266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0940EE-1E55-252C-ADE0-FAA74D81C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198366"/>
              </p:ext>
            </p:extLst>
          </p:nvPr>
        </p:nvGraphicFramePr>
        <p:xfrm>
          <a:off x="589756" y="549713"/>
          <a:ext cx="11012488" cy="6025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3125029040"/>
                    </a:ext>
                  </a:extLst>
                </a:gridCol>
              </a:tblGrid>
              <a:tr h="359719">
                <a:tc gridSpan="3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IFD: Grand Solutions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971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DKK 5-40M* (including overhead)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Varies across themes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971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Up to 5 years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971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Co-funding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75 percent funding rate (90 percent for Danish universities)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50741"/>
                  </a:ext>
                </a:extLst>
              </a:tr>
              <a:tr h="599532">
                <a:tc>
                  <a:txBody>
                    <a:bodyPr/>
                    <a:lstStyle/>
                    <a:p>
                      <a:r>
                        <a:rPr lang="en-GB" sz="1600" i="1" dirty="0">
                          <a:latin typeface="Aptos"/>
                        </a:rPr>
                        <a:t>Expected</a:t>
                      </a:r>
                      <a:r>
                        <a:rPr lang="en-GB" sz="1600" dirty="0">
                          <a:latin typeface="Aptos"/>
                        </a:rPr>
                        <a:t> deadline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ptos"/>
                        </a:rPr>
                        <a:t>March 2027 (phase 1)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ptos"/>
                        </a:rPr>
                        <a:t>September 2027 (phase 2)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852667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Themes: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 solutions within climate, environment, nature (incl. land use and surveillance)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and welfare technology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quantum and space-based communication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defense and security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utilization of space data in combination with artificial intelligence, digital twins and supercomputers.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105803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ptos"/>
                        </a:rPr>
                        <a:t>Foster concrete solutions to societal challenges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ptos"/>
                        </a:rPr>
                        <a:t>Have a high-risk profile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ptos"/>
                        </a:rPr>
                        <a:t>Focus on ambitious results and high impact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ptos"/>
                        </a:rPr>
                        <a:t>Create financial and/or societal value for Denmark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66069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latin typeface="Aptos"/>
                        </a:rPr>
                        <a:t>3-8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910819"/>
                  </a:ext>
                </a:extLst>
              </a:tr>
              <a:tr h="666147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GB" sz="1600" b="0" i="0" u="none" strike="noStrike" noProof="0" dirty="0"/>
                        <a:t>https://innovationsfonden.dk/en/p/grand-solutions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162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6E102-0DAF-70A7-6664-818F8B04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4A7AC-B9D7-3A2D-BF40-0CB1A03F8A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11000" dirty="0"/>
              <a:t>Novo </a:t>
            </a:r>
            <a:r>
              <a:rPr lang="en-GB" sz="11000" dirty="0" err="1"/>
              <a:t>nordisk</a:t>
            </a:r>
            <a:r>
              <a:rPr lang="en-GB" sz="11000" dirty="0"/>
              <a:t> foundation</a:t>
            </a:r>
          </a:p>
        </p:txBody>
      </p:sp>
    </p:spTree>
    <p:extLst>
      <p:ext uri="{BB962C8B-B14F-4D97-AF65-F5344CB8AC3E}">
        <p14:creationId xmlns:p14="http://schemas.microsoft.com/office/powerpoint/2010/main" val="2183323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2A63-785A-1E8C-5BD8-B10CBA6F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948703-574F-A8EE-61A8-208EF290E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BB678-8A6F-B4A6-C119-186AF1E23B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6FBCA-4061-4BC6-4163-325475121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EF98E6-575A-E3CA-D4D1-15DFC6D5023C}"/>
              </a:ext>
            </a:extLst>
          </p:cNvPr>
          <p:cNvGraphicFramePr>
            <a:graphicFrameLocks noGrp="1"/>
          </p:cNvGraphicFramePr>
          <p:nvPr/>
        </p:nvGraphicFramePr>
        <p:xfrm>
          <a:off x="589756" y="759066"/>
          <a:ext cx="11012488" cy="60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2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 gridSpan="5">
                  <a:txBody>
                    <a:bodyPr/>
                    <a:lstStyle/>
                    <a:p>
                      <a:r>
                        <a:rPr lang="en-GB" sz="1600" b="1" dirty="0">
                          <a:latin typeface="Aptos"/>
                        </a:rPr>
                        <a:t>NNF innovation - Investment Programmes Overview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Target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Typical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TRL /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Pioneer Innovator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Individual researchers, students &amp; faculty (Nordic institutions)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DKK 1.2M per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1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Pre-seed / proof-of-concept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Distinguished Innovator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Senior faculty/researchers with proven innovation track record (Nordic)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DKK 7.6M per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Pre-seed / proof-of-concept (pre-CVR)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BII Bio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Entrepreneurial academic PIs (3+ yrs as group leader)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DKK 5.35M (~€0.72M)/year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Company creation, TRL 2–4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BII Venture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Early-stage life science &amp; deep tech start-ups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€500K founder-friendly convertible loan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Seed, TRL 3–5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BII Venture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Venture Lab alumni 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€1.3M follow-on 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18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 growth, TRL 5–6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BII Upscalator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Early-stage European biosolutions start-ups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€3M/project, €1.8M/start-up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Multi-year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Scale-up, TRL 5–7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Novo Seeds (Novo Holdings)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Early-stage biotech &amp; life-science 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Seed to Series A equity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Seed–Series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Open Innovation in Science platforms (Plant2Food / IBIS / ODIN)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Universities &amp; industry partners (open competition)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Project grants within platform budget (DKK 54.5M–235M per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Typically 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Early-stage/basic research, low TRL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444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7C78-359C-C6F3-4D7A-B4B56EA2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9D2EBE-6940-8250-6AE8-719CC9C732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1B66F-EA33-E3CE-CCAE-7F5A143827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2A5B3-33C8-F7BF-897F-318367FA68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562C02-0B47-C66A-7AA9-4EAB09BF6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940643"/>
              </p:ext>
            </p:extLst>
          </p:nvPr>
        </p:nvGraphicFramePr>
        <p:xfrm>
          <a:off x="589756" y="759066"/>
          <a:ext cx="11012488" cy="599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NNF Pioneer Innovator Grant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190M/year (shared with Distinguished Innovator Grant)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DKK 1.2 million per grant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1 year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Team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Main applicant (faculty/researcher/student) + optional co-applicants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Annual call; 2026 round closed 5 Mar; next opens ~Jan 2027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Health (med-tech, biotech, pharma) or Sustainability (agri, food, climate tech)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Support proof-of-concept for academic discoveries with commercial potential (pre-CVR)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 1-3 (proof-of-concept stage)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novonordiskfonden.dk/en/grant/pioneer-innovator-grant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Signe Daugbjerg (Health) / Charlotte Schöller (Sustainability)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030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4D2D-1357-AE21-BB8A-D97BF011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7687AE-83EC-48A4-3BFA-39394EF7C6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843D3-9A34-B5E8-00DF-8778411238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41595-B6FA-2C3C-37C1-9699B47B55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9F05DC-3E4E-A720-C712-83C683EB2ECC}"/>
              </a:ext>
            </a:extLst>
          </p:cNvPr>
          <p:cNvGraphicFramePr>
            <a:graphicFrameLocks noGrp="1"/>
          </p:cNvGraphicFramePr>
          <p:nvPr/>
        </p:nvGraphicFramePr>
        <p:xfrm>
          <a:off x="589756" y="759066"/>
          <a:ext cx="11012488" cy="599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NNF Distinguished Innovator Grant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190M/year (shared with Pioneer Innovator Grant)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DKK 7.6 million per grant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3 years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Team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Senior faculty/researcher with proven innovation track record + optional co-applicants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Annual call; 2026 round closed 5 Mar; from 2027 awarded once/year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Health (med-tech, biotech, pharma) or Sustainability (agri, food, climate tech)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Accelerate commercialisation of mature academic research via experienced innovators (pre-CVR)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 3-5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novonordiskfonden.dk/en/grant/distinguished-innovator-grant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Signe Daugbjerg (Health) / Charlotte Schöller (Sustainability)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513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4FA6-886C-0796-1C90-260E65DA7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AD6633-DC12-876A-845B-4C91314FB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337E9-7170-41C0-9053-C148B0C129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EC12A-769F-6E3E-0E5A-03BB0B34EC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81E2A0-C464-6446-BCE4-EE13575DF4AA}"/>
              </a:ext>
            </a:extLst>
          </p:cNvPr>
          <p:cNvGraphicFramePr>
            <a:graphicFrameLocks noGrp="1"/>
          </p:cNvGraphicFramePr>
          <p:nvPr/>
        </p:nvGraphicFramePr>
        <p:xfrm>
          <a:off x="589756" y="759066"/>
          <a:ext cx="11012488" cy="599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NNF Plant2Food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DKK 200 million (€27 million)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5 years (2023–2027)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Partners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Aarhus University (host); University of Copenhagen; Technical University of Denmark; Wageningen University &amp; Research (Netherlands); Food &amp; Bio Cluster Denmark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Rolling open calls — see plant2food.dk for current round deadlines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Sustainability — plant-based food &amp; agri-food innovation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Open Innovation in Science platform accelerating development of plant-based foods. Universities and companies co-create patent-free research on crop properties and food product development; all knowledge is shared openly. 80% of the grant funds open-competition research projects; 20% funds secretariat, networking and matchmaking.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Low (early-stage / basic, pre-competitive research)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plant2food.dk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Plant2Food Secretariat, Aarhus University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341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39D07-F7D2-AD1F-7839-CDE53DEC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186E08-2427-B728-473A-A1BBF84BF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0284D-E142-E5EB-40F4-678F7C4900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D81CB-9074-CC04-BE86-D0226C5367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9FCFD4-9A09-D9B3-2120-104DF4803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376384"/>
              </p:ext>
            </p:extLst>
          </p:nvPr>
        </p:nvGraphicFramePr>
        <p:xfrm>
          <a:off x="589756" y="759066"/>
          <a:ext cx="11012488" cy="6219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NNF IBIS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215 million total (co-funded with the Gates Foundation)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5 years (2025–2030)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Partners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Technical University of Denmark (host); University of Copenhagen; Aarhus University; Tamil Nadu Agricultural University (India); Council for Scientific and Industrial Research (South Africa)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OIS funding programme calls to be announced — check IBIS/NNF site for open rounds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Sustainability — biofertilisers &amp; sustainable agriculture (Global North &amp; South)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Initiative for Biofertilizer Innovation and Science (IBIS): builds foundational knowledge, tools, biological reference materials and an Open Innovation in Science (OIS) funding programme to accelerate development and scale-up of local biofertiliser solutions, reducing reliance on synthetic fertilisers.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Low–mid (foundational research through field-testing pipeline)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novonordiskfonden.dk/en/projects (IBIS) / DTU Bioengineering IBIS page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IBIS Secretariat, DTU Bioengineering (Assoc. Prof. Rasmus J. N. Frandsen, Director)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328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7D0F9-CB10-D92A-B982-D4608D78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448613-EE5F-57B9-4562-42E2D35BF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CF03A-D009-DA04-AADA-AA00AC72A7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B0DE-E0DB-0DAA-E12A-088FABE879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51A5BB-7EDD-0D5D-E63F-BE6FB1ECCAD5}"/>
              </a:ext>
            </a:extLst>
          </p:cNvPr>
          <p:cNvGraphicFramePr>
            <a:graphicFrameLocks noGrp="1"/>
          </p:cNvGraphicFramePr>
          <p:nvPr/>
        </p:nvGraphicFramePr>
        <p:xfrm>
          <a:off x="589756" y="759066"/>
          <a:ext cx="11012488" cy="6446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NNF ODIN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235 million total (DKK 54.5M pilot + DKK 180.2M for 2024–2028)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Ongoing since 2020; current phase 2024–2028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Partners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Aarhus University (host); University of Copenhagen; Technical University of Denmark; Aalborg University; University of Southern Denmark — plus international pharma/industry partners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Open, rolling — projects initiated via ODIN's open collaboration process (see projects.au.dk/open-odin)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Health — drug discovery &amp; diagnostics (cardiometabolic, cardiovascular &amp; infectious diseases)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Open Discovery Innovation Network: a patent-free, open research collaboration between Danish universities and industry (incl. international pharma) that pools collective thinking to accelerate translation of research into new products; results can't be patented but anyone may build on them commercially.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Low–mid (early discovery / exploratory research)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projects.au.dk/open-odin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ODIN Secretariat, Aarhus University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2703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2A63-785A-1E8C-5BD8-B10CBA6F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948703-574F-A8EE-61A8-208EF290E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BB678-8A6F-B4A6-C119-186AF1E23B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6FBCA-4061-4BC6-4163-325475121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EF98E6-575A-E3CA-D4D1-15DFC6D50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173594"/>
              </p:ext>
            </p:extLst>
          </p:nvPr>
        </p:nvGraphicFramePr>
        <p:xfrm>
          <a:off x="505535" y="587375"/>
          <a:ext cx="11012488" cy="60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2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 gridSpan="5">
                  <a:txBody>
                    <a:bodyPr/>
                    <a:lstStyle/>
                    <a:p>
                      <a:r>
                        <a:rPr lang="en-GB" sz="1600" b="1" dirty="0">
                          <a:latin typeface="Aptos"/>
                        </a:rPr>
                        <a:t>NNF innovation - Investment Programmes Overview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Target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Typical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TRL /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Pioneer Innovator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Individual researchers, students &amp; faculty (Nordic institutions)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DKK 1.2M per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1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Pre-seed / proof-of-concept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Distinguished Innovator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Senior faculty/researchers with proven innovation track record (Nordic)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DKK 7.6M per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Pre-seed / proof-of-concept (pre-CVR)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BII Bio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Entrepreneurial academic PIs (3+ yrs as group leader)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DKK 5.35M (~€0.72M)/year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Company creation, TRL 2–4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BII Venture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Early-stage life science &amp; deep tech start-ups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€500K founder-friendly convertible loan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Seed, TRL 3–5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BII Venture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Venture Lab alumni 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€1.3M follow-on 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18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 growth, TRL 5–6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BII Upscalator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Early-stage European biosolutions start-ups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€3M/project, €1.8M/start-up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Multi-year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Scale-up, TRL 5–7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Novo Seeds (Novo Holdings)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Early-stage biotech &amp; life-science 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Seed to Series A equity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Seed–Series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Open Innovation in Science platforms (Plant2Food / IBIS / ODIN)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Universities &amp; industry partners (open competition)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Project grants within platform budget (DKK 54.5M–235M per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Typically 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Early-stage/basic research, low TRL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073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AD76F-5517-80CE-304E-7879DAD3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D2F8B-9103-E0A4-1975-119B60B26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8000" dirty="0"/>
              <a:t>Horizon Europe- Innovation programs</a:t>
            </a:r>
          </a:p>
        </p:txBody>
      </p:sp>
    </p:spTree>
    <p:extLst>
      <p:ext uri="{BB962C8B-B14F-4D97-AF65-F5344CB8AC3E}">
        <p14:creationId xmlns:p14="http://schemas.microsoft.com/office/powerpoint/2010/main" val="3433673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5212E6-13EA-E67D-C8BC-B36C0BB55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B96A0F9-0E91-34EA-DCD9-9A7642F2BD04}"/>
              </a:ext>
            </a:extLst>
          </p:cNvPr>
          <p:cNvGraphicFramePr/>
          <p:nvPr/>
        </p:nvGraphicFramePr>
        <p:xfrm>
          <a:off x="1194486" y="1593335"/>
          <a:ext cx="9404864" cy="7193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E12DE09C-B56D-9B3F-880F-CB4D90431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11" y="161964"/>
            <a:ext cx="7950643" cy="618429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GB" sz="2400" b="1" dirty="0">
                <a:solidFill>
                  <a:srgbClr val="265317"/>
                </a:solidFill>
              </a:rPr>
              <a:t>HE Innovation Funding Landscape: major </a:t>
            </a:r>
            <a:r>
              <a:rPr lang="en-GB" sz="2400" b="1">
                <a:solidFill>
                  <a:srgbClr val="265317"/>
                </a:solidFill>
              </a:rPr>
              <a:t>funding instruments</a:t>
            </a:r>
            <a:endParaRPr lang="en-GB" sz="2400" b="1" dirty="0"/>
          </a:p>
        </p:txBody>
      </p:sp>
      <p:sp>
        <p:nvSpPr>
          <p:cNvPr id="7" name="Rektangel 30">
            <a:extLst>
              <a:ext uri="{FF2B5EF4-FFF2-40B4-BE49-F238E27FC236}">
                <a16:creationId xmlns:a16="http://schemas.microsoft.com/office/drawing/2014/main" id="{EB18311B-08AA-939C-5DE2-B7697AC8FE50}"/>
              </a:ext>
            </a:extLst>
          </p:cNvPr>
          <p:cNvSpPr/>
          <p:nvPr/>
        </p:nvSpPr>
        <p:spPr>
          <a:xfrm>
            <a:off x="3291839" y="895949"/>
            <a:ext cx="5472859" cy="297059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 Pillar 2 Global Challenges RIA/IA</a:t>
            </a:r>
          </a:p>
        </p:txBody>
      </p:sp>
      <p:sp>
        <p:nvSpPr>
          <p:cNvPr id="8" name="Rektangel 31">
            <a:extLst>
              <a:ext uri="{FF2B5EF4-FFF2-40B4-BE49-F238E27FC236}">
                <a16:creationId xmlns:a16="http://schemas.microsoft.com/office/drawing/2014/main" id="{067431CC-A05F-1DBA-A1BB-BAA397921FE0}"/>
              </a:ext>
            </a:extLst>
          </p:cNvPr>
          <p:cNvSpPr/>
          <p:nvPr/>
        </p:nvSpPr>
        <p:spPr>
          <a:xfrm>
            <a:off x="2191265" y="1240314"/>
            <a:ext cx="3416026" cy="269249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 Pillar 3 EIC Pathfinder/ Open</a:t>
            </a:r>
          </a:p>
        </p:txBody>
      </p:sp>
      <p:sp>
        <p:nvSpPr>
          <p:cNvPr id="1906" name="TextBox 1905">
            <a:extLst>
              <a:ext uri="{FF2B5EF4-FFF2-40B4-BE49-F238E27FC236}">
                <a16:creationId xmlns:a16="http://schemas.microsoft.com/office/drawing/2014/main" id="{E208715F-E86E-255C-E6EE-89006039AC6D}"/>
              </a:ext>
            </a:extLst>
          </p:cNvPr>
          <p:cNvSpPr txBox="1"/>
          <p:nvPr/>
        </p:nvSpPr>
        <p:spPr>
          <a:xfrm>
            <a:off x="2150076" y="4827373"/>
            <a:ext cx="304525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Basic research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Concept formulation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Proof of concept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07" name="TextBox 1906">
            <a:extLst>
              <a:ext uri="{FF2B5EF4-FFF2-40B4-BE49-F238E27FC236}">
                <a16:creationId xmlns:a16="http://schemas.microsoft.com/office/drawing/2014/main" id="{5204FC7B-1AF1-4F1E-BA33-62960456B67A}"/>
              </a:ext>
            </a:extLst>
          </p:cNvPr>
          <p:cNvSpPr txBox="1"/>
          <p:nvPr/>
        </p:nvSpPr>
        <p:spPr>
          <a:xfrm>
            <a:off x="4902886" y="4834237"/>
            <a:ext cx="314136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A7D2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Laboratory testing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A7D2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Prototype development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A7D2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Validation in relevant environment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85F5875B-D93A-FED3-ECF9-D27A58C1C7D8}"/>
              </a:ext>
            </a:extLst>
          </p:cNvPr>
          <p:cNvSpPr txBox="1"/>
          <p:nvPr/>
        </p:nvSpPr>
        <p:spPr>
          <a:xfrm>
            <a:off x="7250671" y="4834237"/>
            <a:ext cx="487130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 prototype demonstration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 proven in an operational environment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Successful deployment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CEB9705C-C882-C5A4-FC0E-4C9D4FD5669A}"/>
              </a:ext>
            </a:extLst>
          </p:cNvPr>
          <p:cNvSpPr txBox="1"/>
          <p:nvPr/>
        </p:nvSpPr>
        <p:spPr>
          <a:xfrm>
            <a:off x="2191265" y="6042455"/>
            <a:ext cx="295600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1A98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Early-stage research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1A98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Preliminary testing of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1A98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technical and social solutions</a:t>
            </a:r>
          </a:p>
        </p:txBody>
      </p:sp>
      <p:sp>
        <p:nvSpPr>
          <p:cNvPr id="2138" name="TextBox 2137">
            <a:extLst>
              <a:ext uri="{FF2B5EF4-FFF2-40B4-BE49-F238E27FC236}">
                <a16:creationId xmlns:a16="http://schemas.microsoft.com/office/drawing/2014/main" id="{97A9A735-3DBC-1BF5-CDBF-96FFB610A09E}"/>
              </a:ext>
            </a:extLst>
          </p:cNvPr>
          <p:cNvSpPr txBox="1"/>
          <p:nvPr/>
        </p:nvSpPr>
        <p:spPr>
          <a:xfrm>
            <a:off x="5067644" y="6042454"/>
            <a:ext cx="286676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BF4F1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Demonstration of the technology in a relevant setting, addressing potential societal concerns </a:t>
            </a:r>
          </a:p>
        </p:txBody>
      </p:sp>
      <p:sp>
        <p:nvSpPr>
          <p:cNvPr id="2139" name="TextBox 2138">
            <a:extLst>
              <a:ext uri="{FF2B5EF4-FFF2-40B4-BE49-F238E27FC236}">
                <a16:creationId xmlns:a16="http://schemas.microsoft.com/office/drawing/2014/main" id="{549E30ED-1233-BDC8-A45D-B0BFCCA5CA64}"/>
              </a:ext>
            </a:extLst>
          </p:cNvPr>
          <p:cNvSpPr txBox="1"/>
          <p:nvPr/>
        </p:nvSpPr>
        <p:spPr>
          <a:xfrm>
            <a:off x="7813589" y="6042454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340D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Large-scale implementation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340D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Widespread adoption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340D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Positive societal impact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49" name="TextBox 3548">
            <a:extLst>
              <a:ext uri="{FF2B5EF4-FFF2-40B4-BE49-F238E27FC236}">
                <a16:creationId xmlns:a16="http://schemas.microsoft.com/office/drawing/2014/main" id="{E4882BB3-923D-C352-D813-61E45B0386CA}"/>
              </a:ext>
            </a:extLst>
          </p:cNvPr>
          <p:cNvSpPr txBox="1"/>
          <p:nvPr/>
        </p:nvSpPr>
        <p:spPr>
          <a:xfrm>
            <a:off x="3096056" y="4091459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Research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51" name="TextBox 3550">
            <a:extLst>
              <a:ext uri="{FF2B5EF4-FFF2-40B4-BE49-F238E27FC236}">
                <a16:creationId xmlns:a16="http://schemas.microsoft.com/office/drawing/2014/main" id="{C678A82E-01EB-547B-42BE-BBF093DBAB7C}"/>
              </a:ext>
            </a:extLst>
          </p:cNvPr>
          <p:cNvSpPr txBox="1"/>
          <p:nvPr/>
        </p:nvSpPr>
        <p:spPr>
          <a:xfrm>
            <a:off x="5800813" y="4091459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Development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52" name="TextBox 3551">
            <a:extLst>
              <a:ext uri="{FF2B5EF4-FFF2-40B4-BE49-F238E27FC236}">
                <a16:creationId xmlns:a16="http://schemas.microsoft.com/office/drawing/2014/main" id="{BDD05250-40C2-3F2C-2230-BFB224CE5B8F}"/>
              </a:ext>
            </a:extLst>
          </p:cNvPr>
          <p:cNvSpPr txBox="1"/>
          <p:nvPr/>
        </p:nvSpPr>
        <p:spPr>
          <a:xfrm>
            <a:off x="8526164" y="4091459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531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Deployment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88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63E232-500A-5EBA-4E41-1674EBC3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C1A36E-A594-69ED-3DCE-C7B384E218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E6353-A5DB-CF09-C7E1-4768463872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320C09-C092-C772-8E30-7099EB92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156438"/>
              </p:ext>
            </p:extLst>
          </p:nvPr>
        </p:nvGraphicFramePr>
        <p:xfrm>
          <a:off x="589756" y="759066"/>
          <a:ext cx="11012488" cy="52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15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1539">
                  <a:extLst>
                    <a:ext uri="{9D8B030D-6E8A-4147-A177-3AD203B41FA5}">
                      <a16:colId xmlns:a16="http://schemas.microsoft.com/office/drawing/2014/main" val="2346273500"/>
                    </a:ext>
                  </a:extLst>
                </a:gridCol>
              </a:tblGrid>
              <a:tr h="330000">
                <a:tc gridSpan="5">
                  <a:txBody>
                    <a:bodyPr/>
                    <a:lstStyle/>
                    <a:p>
                      <a:r>
                        <a:rPr lang="en-GB" sz="1600" b="1" dirty="0">
                          <a:latin typeface="Aptos"/>
                        </a:rPr>
                        <a:t>HE innovation - Investment Programmes Overview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Target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Typical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TRL /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HE Pillar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Pre-award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 err="1">
                          <a:latin typeface="Aptos"/>
                        </a:rPr>
                        <a:t>Eurostars</a:t>
                      </a:r>
                      <a:r>
                        <a:rPr lang="en-GB" sz="1300" b="1" dirty="0">
                          <a:latin typeface="Aptos"/>
                        </a:rPr>
                        <a:t>/ Eureka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Pre-award</a:t>
                      </a:r>
                    </a:p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00">
                <a:tc gridSpan="5"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European Innovation council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300" b="1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Pathfinder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Pre-award</a:t>
                      </a:r>
                      <a:r>
                        <a:rPr lang="en-GB" sz="1200" dirty="0">
                          <a:latin typeface="Aptos"/>
                        </a:rPr>
                        <a:t> </a:t>
                      </a:r>
                      <a:endParaRPr lang="en-GB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Pathfinder 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Pre-award </a:t>
                      </a:r>
                    </a:p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EIC Transition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Pre-award </a:t>
                      </a:r>
                    </a:p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EIC Advanced Innovation 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417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7257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2A63-785A-1E8C-5BD8-B10CBA6F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948703-574F-A8EE-61A8-208EF290E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BB678-8A6F-B4A6-C119-186AF1E23B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6FBCA-4061-4BC6-4163-325475121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EF98E6-575A-E3CA-D4D1-15DFC6D50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345443"/>
              </p:ext>
            </p:extLst>
          </p:nvPr>
        </p:nvGraphicFramePr>
        <p:xfrm>
          <a:off x="511885" y="587375"/>
          <a:ext cx="11012488" cy="64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2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 gridSpan="5">
                  <a:txBody>
                    <a:bodyPr/>
                    <a:lstStyle/>
                    <a:p>
                      <a:r>
                        <a:rPr lang="en-GB" sz="1600" b="1" dirty="0">
                          <a:latin typeface="Aptos"/>
                        </a:rPr>
                        <a:t>Horizon Europe overview – Innovation Programmes Overview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Target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Typical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TRL /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b="1"/>
                        <a:t>EIC Pathfinder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Researchers &amp; small consortia (universities, RTOs, startups) exploring breakthrough deep-tech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Up to €4M, 100% funded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3–4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TRL 1–4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b="1"/>
                        <a:t>EIC Transition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Teams advancing results from Pathfinder, ERC Proof of Concept or Pillar II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Up to €2.5M + booster grants up to €50k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≈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TRL 3/4 → 5/6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b="1"/>
                        <a:t>EIC Accelerator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Startups &amp; SMEs with high-growth, market-creating deep-tech innovations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Up to €2.5M grant (70%) + €1–15M equity (blended finance)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1–2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TRL 6–9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b="1"/>
                        <a:t>EIT Knowledge &amp; Innovation Communities (KICs)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Innovation networks: universities, business &amp; research orgs across 9 EIT Communities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Multi-annual grants; ≈€500–890M/year across all KICs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KICs run 7–15 yrs; projects 1–3 yrs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TRL 4–8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b="1"/>
                        <a:t>European Innovation Ecosystems (EIE)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National/regional/local authorities, innovation agencies, investors &amp; clusters (not individual companies)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Typically €0.5–5M per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2–4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Ecosystem-level (not project TRL)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b="1"/>
                        <a:t>HE Pillar 2 – Research &amp; Innovation Actions (RIA)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Universities, research organisations &amp; industry consortia (min. 3 entities, 3 countries)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100% funded, typically €3–8M per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3–5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TRL 2–6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b="1"/>
                        <a:t>HE Pillar 2 – Innovation Actions (IA)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Industry-led consortia incl. SMEs &amp; large companies, close to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70% funded (100% non-profit), typically €5–15M per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3–4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TRL 5–8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b="1"/>
                        <a:t>EIC STEP Scale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Innovative SMEs &amp; small mid-caps scaling strategic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€10–30M equity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Multi-year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TRL 7–9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b="1"/>
                        <a:t>Eurostars-3 (EUREKA)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Innovative SMEs leading international consortia (with unis &amp; firms)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rPr sz="1150" b="0"/>
                        <a:t>≈ €1.5M avg. project budget (</a:t>
                      </a:r>
                      <a:r>
                        <a:rPr sz="1150" b="0" err="1"/>
                        <a:t>decentralised</a:t>
                      </a:r>
                      <a:r>
                        <a:rPr sz="1150" b="0"/>
                        <a:t>, national co-funding)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Up to 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200" b="0"/>
                        <a:t>TRL 4–7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02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50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19D9-CC40-021E-C45F-E5482392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CFFFFE-8797-A6DF-A609-4E53043900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4D421-47AA-EA39-3F9B-73BBEE8593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0F671-569B-4BD8-5677-64A3616574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20EB07-8D4F-0963-EA71-FE97B830EEF7}"/>
              </a:ext>
            </a:extLst>
          </p:cNvPr>
          <p:cNvGraphicFramePr>
            <a:graphicFrameLocks noGrp="1"/>
          </p:cNvGraphicFramePr>
          <p:nvPr/>
        </p:nvGraphicFramePr>
        <p:xfrm>
          <a:off x="589756" y="759066"/>
          <a:ext cx="11012488" cy="576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HE European Innovation Council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EUR 634M total 2026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Grant up to EUR 2.5M + equity EUR 1-10M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24 months (innovation activities)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Partners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Single start-ups/SMEs/small mid-caps (no consortium required)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2026 cut-offs: 2 Sept and 4 Nov (full proposal)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Open (any deep tech) or 5 strategic Challenges (e.g. energy storage, fusion, climate adaptation)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Scale high-risk, high-impact/market-creating innovations to commercial deployment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 6-8 (grant); TRL 9 (equity)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eic.ec.europa.eu (EIC Accelerator)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EIC national contact point / EISMEA (eic.ec.europa.eu)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510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8DE4-3565-80AC-4B44-03E2C21A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0634-7E02-A216-7AD5-E6309E540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0A2488-620E-4717-952D-4163044243D3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04/08/2026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DD2D8-3E7A-7D41-1BDA-A954FED7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A926C-488A-4E3E-9C21-57CAA120E114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9B9FF9-B0A2-1042-48B9-9AEAB0F03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121063"/>
              </p:ext>
            </p:extLst>
          </p:nvPr>
        </p:nvGraphicFramePr>
        <p:xfrm>
          <a:off x="612648" y="860488"/>
          <a:ext cx="10988802" cy="5998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26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8792076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</a:tblGrid>
              <a:tr h="352531"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HE Pillar 3 / EIC Pathfinder Open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 panose="020B0004020202020204" pitchFamily="34" charset="0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Aptos" panose="020B0004020202020204" pitchFamily="34" charset="0"/>
                        </a:rPr>
                        <a:t>EUR 4 million in 2026 (total budget EUR 166 million = app 41 projects). </a:t>
                      </a:r>
                      <a:br>
                        <a:rPr lang="en-GB" sz="1600" dirty="0">
                          <a:latin typeface="Aptos" panose="020B0004020202020204" pitchFamily="34" charset="0"/>
                        </a:rPr>
                      </a:br>
                      <a:r>
                        <a:rPr lang="en-GB" sz="1600" dirty="0">
                          <a:latin typeface="Aptos" panose="020B0004020202020204" pitchFamily="34" charset="0"/>
                        </a:rPr>
                        <a:t>Highly competitive (= low </a:t>
                      </a:r>
                      <a:r>
                        <a:rPr lang="en-GB" sz="1600" dirty="0" err="1">
                          <a:latin typeface="Aptos" panose="020B0004020202020204" pitchFamily="34" charset="0"/>
                        </a:rPr>
                        <a:t>succss</a:t>
                      </a:r>
                      <a:r>
                        <a:rPr lang="en-GB" sz="1600" dirty="0">
                          <a:latin typeface="Aptos" panose="020B0004020202020204" pitchFamily="34" charset="0"/>
                        </a:rPr>
                        <a:t> rate)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 panose="020B0004020202020204" pitchFamily="34" charset="0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Optional, typically 3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Applicant / partners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Main applicant + minimum 2 partners (average 5-6 partners)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73394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i="0">
                          <a:latin typeface="Aptos" panose="020B0004020202020204" pitchFamily="34" charset="0"/>
                        </a:rPr>
                        <a:t>Expected 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Aptos" panose="020B0004020202020204" pitchFamily="34" charset="0"/>
                        </a:rPr>
                        <a:t>6 May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2527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Aptos" panose="020B0004020202020204" pitchFamily="34" charset="0"/>
                        </a:rPr>
                        <a:t>Scope: </a:t>
                      </a:r>
                    </a:p>
                    <a:p>
                      <a:endParaRPr lang="en-GB" sz="16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dirty="0">
                          <a:latin typeface="Aptos" panose="020B0004020202020204" pitchFamily="34" charset="0"/>
                        </a:rPr>
                        <a:t>Bottom-up research within radically new technologies</a:t>
                      </a:r>
                      <a:br>
                        <a:rPr lang="en-GB" sz="1600" dirty="0">
                          <a:latin typeface="Aptos" panose="020B0004020202020204" pitchFamily="34" charset="0"/>
                        </a:rPr>
                      </a:br>
                      <a:br>
                        <a:rPr lang="en-GB" sz="1600" dirty="0">
                          <a:latin typeface="Aptos" panose="020B0004020202020204" pitchFamily="34" charset="0"/>
                        </a:rPr>
                      </a:br>
                      <a:r>
                        <a:rPr lang="en-US" sz="1600" b="1" dirty="0">
                          <a:latin typeface="Aptos" panose="020B0004020202020204" pitchFamily="34" charset="0"/>
                        </a:rPr>
                        <a:t>EIC Pathfinder Open is open to support projects in any field of science, technology or application without predefined thematic priorities.</a:t>
                      </a:r>
                      <a:endParaRPr lang="en-GB" sz="1600" b="1" dirty="0">
                        <a:latin typeface="Aptos" panose="020B00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dirty="0">
                        <a:latin typeface="Aptos" panose="020B00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latin typeface="Aptos" panose="020B0004020202020204" pitchFamily="34" charset="0"/>
                        </a:rPr>
                        <a:t>EI</a:t>
                      </a:r>
                      <a:r>
                        <a:rPr lang="en-US" sz="1600" dirty="0">
                          <a:latin typeface="Aptos" panose="020B0004020202020204" pitchFamily="34" charset="0"/>
                        </a:rPr>
                        <a:t>C Pathfinder Open supports early-stage development of </a:t>
                      </a:r>
                      <a:r>
                        <a:rPr lang="en-US" sz="1600" b="1" dirty="0">
                          <a:latin typeface="Aptos" panose="020B0004020202020204" pitchFamily="34" charset="0"/>
                        </a:rPr>
                        <a:t>radically new technologies at low Technology Readiness Levels (TRL 1–4)</a:t>
                      </a:r>
                      <a:r>
                        <a:rPr lang="en-US" sz="1600" dirty="0">
                          <a:latin typeface="Aptos" panose="020B0004020202020204" pitchFamily="34" charset="0"/>
                        </a:rPr>
                        <a:t>. The goal is to lay the scientific and technological foundations for breakthrough innovations that could: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-     Create entirely new markets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Provide transformative solutions to global challenges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Enable deep-tech advancements across disciplines</a:t>
                      </a:r>
                      <a:br>
                        <a:rPr lang="en-US" sz="1600" dirty="0">
                          <a:latin typeface="Aptos" panose="020B0004020202020204" pitchFamily="34" charset="0"/>
                        </a:rPr>
                      </a:br>
                      <a:endParaRPr lang="en-GB" sz="1600" dirty="0">
                        <a:highlight>
                          <a:srgbClr val="FFFF00"/>
                        </a:highlight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41906"/>
                  </a:ext>
                </a:extLst>
              </a:tr>
              <a:tr h="412778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42950" lvl="1" indent="-285750">
                        <a:buFontTx/>
                        <a:buChar char="-"/>
                      </a:pPr>
                      <a:endParaRPr lang="en-GB" sz="1600" dirty="0">
                        <a:highlight>
                          <a:srgbClr val="FFFF00"/>
                        </a:highlight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725485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 panose="020B0004020202020204" pitchFamily="34" charset="0"/>
                        </a:rPr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a-DK" sz="1600">
                          <a:hlinkClick r:id="rId3"/>
                        </a:rPr>
                        <a:t>EIC </a:t>
                      </a:r>
                      <a:r>
                        <a:rPr lang="da-DK" sz="1600" err="1">
                          <a:hlinkClick r:id="rId3"/>
                        </a:rPr>
                        <a:t>Pathfinder</a:t>
                      </a:r>
                      <a:r>
                        <a:rPr lang="da-DK" sz="1600">
                          <a:hlinkClick r:id="rId3"/>
                        </a:rPr>
                        <a:t> - European Innovation Council - European </a:t>
                      </a:r>
                      <a:r>
                        <a:rPr lang="da-DK" sz="1600" err="1">
                          <a:hlinkClick r:id="rId3"/>
                        </a:rPr>
                        <a:t>Commission</a:t>
                      </a:r>
                      <a:endParaRPr lang="da-DK" sz="160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a-DK" sz="1600">
                          <a:latin typeface="Aptos" panose="020B0004020202020204" pitchFamily="34" charset="0"/>
                        </a:rPr>
                        <a:t>Contact </a:t>
                      </a:r>
                      <a:r>
                        <a:rPr lang="da-DK" sz="1600" err="1">
                          <a:latin typeface="Aptos" panose="020B0004020202020204" pitchFamily="34" charset="0"/>
                        </a:rPr>
                        <a:t>preaward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023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4AB0F-D99C-C850-3084-2D2F6C1C8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D9A90-8350-FFA7-33DD-68D9D08C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0A2488-620E-4717-952D-4163044243D3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04/08/2026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F7EDF-D41A-67B9-330B-1A39CA0B3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A926C-488A-4E3E-9C21-57CAA120E114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D65BDC-F910-8979-1F4C-10C3B1AC9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299954"/>
              </p:ext>
            </p:extLst>
          </p:nvPr>
        </p:nvGraphicFramePr>
        <p:xfrm>
          <a:off x="318832" y="334277"/>
          <a:ext cx="10997946" cy="6108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870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8792076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</a:tblGrid>
              <a:tr h="368416"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HE Pillar 3 / EIC Pathfinder Challenges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6841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Aptos"/>
                        </a:rPr>
                        <a:t>EUR 4 million in 2026 (Total 96 million = 24 projects across topics).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6841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Optional, typically 3-4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6841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/>
                        </a:rPr>
                        <a:t>Single applicants, small consortia (at least two eligible entities) as well as larger consortia. 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73394"/>
                  </a:ext>
                </a:extLst>
              </a:tr>
              <a:tr h="487596">
                <a:tc>
                  <a:txBody>
                    <a:bodyPr/>
                    <a:lstStyle/>
                    <a:p>
                      <a:r>
                        <a:rPr lang="en-GB" sz="1600" i="0" dirty="0">
                          <a:latin typeface="Aptos"/>
                        </a:rPr>
                        <a:t>Expected </a:t>
                      </a:r>
                      <a:r>
                        <a:rPr lang="en-GB" sz="1600" dirty="0">
                          <a:latin typeface="Aptos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Aptos"/>
                        </a:rPr>
                        <a:t>28 October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2898665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dirty="0">
                          <a:latin typeface="Aptos"/>
                        </a:rPr>
                        <a:t>Top-down defined topics</a:t>
                      </a:r>
                      <a:br>
                        <a:rPr lang="en-GB" sz="1600" dirty="0">
                          <a:latin typeface="Aptos"/>
                        </a:rPr>
                      </a:br>
                      <a:r>
                        <a:rPr lang="en-US" sz="1600" dirty="0">
                          <a:latin typeface="Aptos"/>
                        </a:rPr>
                        <a:t>EIC Pathfinder Challenges support coherent portfolios of projects within predefined thematic areas with the aim to achieve specific objectives for each Challenge.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Apto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Aptos"/>
                        </a:rPr>
                        <a:t>The overall objective is the same as in </a:t>
                      </a:r>
                      <a:r>
                        <a:rPr lang="en-US" sz="1600" dirty="0" err="1">
                          <a:latin typeface="Aptos"/>
                        </a:rPr>
                        <a:t>Pathinder</a:t>
                      </a:r>
                      <a:r>
                        <a:rPr lang="en-US" sz="1600" dirty="0">
                          <a:latin typeface="Aptos"/>
                        </a:rPr>
                        <a:t> Open: To develop the scientific basis to underpin breakthrough technologies. It provides support for the earliest stages of scientific, technological or deep-tech research and development.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br>
                        <a:rPr lang="en-US" sz="1600" b="1" dirty="0">
                          <a:latin typeface="Aptos"/>
                        </a:rPr>
                      </a:br>
                      <a:r>
                        <a:rPr lang="en-US" sz="1600" b="1" dirty="0">
                          <a:latin typeface="Aptos"/>
                        </a:rPr>
                        <a:t>2026 topics </a:t>
                      </a:r>
                      <a:endParaRPr lang="en-US" sz="1600" dirty="0">
                        <a:latin typeface="Aptos"/>
                      </a:endParaRPr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Advanced Materials for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Miniaturised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Energy Harvesting Systems</a:t>
                      </a:r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Biotechnology for Healthy </a:t>
                      </a:r>
                      <a:r>
                        <a:rPr lang="en-GB" sz="1600" dirty="0">
                          <a:latin typeface="Aptos"/>
                        </a:rPr>
                        <a:t>Ageing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IE" sz="1600" kern="1200" dirty="0" err="1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DeepRAP</a:t>
                      </a:r>
                      <a:r>
                        <a:rPr lang="en-IE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: Deep Reasoning, Abstraction &amp; Planning towards trustworthy Cognitive AI Systems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GB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41906"/>
                  </a:ext>
                </a:extLst>
              </a:tr>
              <a:tr h="4988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GB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538392"/>
                  </a:ext>
                </a:extLst>
              </a:tr>
              <a:tr h="38708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a-DK" sz="1600" dirty="0">
                          <a:hlinkClick r:id="rId3"/>
                        </a:rPr>
                        <a:t>EIC </a:t>
                      </a:r>
                      <a:r>
                        <a:rPr lang="da-DK" sz="1600" dirty="0" err="1">
                          <a:hlinkClick r:id="rId3"/>
                        </a:rPr>
                        <a:t>Pathfinder</a:t>
                      </a:r>
                      <a:r>
                        <a:rPr lang="da-DK" sz="1600" dirty="0">
                          <a:hlinkClick r:id="rId3"/>
                        </a:rPr>
                        <a:t> - European Innovation Council - European Commission</a:t>
                      </a:r>
                      <a:endParaRPr lang="en-GB" sz="16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709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7528C-9472-F9D1-1F61-DFFC56C8F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1A196-4A94-34C7-8977-C4225AFD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0A2488-620E-4717-952D-4163044243D3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04/08/2026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FB9C19-362C-85B4-3ACD-9F76B3A3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A926C-488A-4E3E-9C21-57CAA120E114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5F4763-952C-03D6-4E45-41D9E1120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771502"/>
              </p:ext>
            </p:extLst>
          </p:nvPr>
        </p:nvGraphicFramePr>
        <p:xfrm>
          <a:off x="592700" y="567189"/>
          <a:ext cx="10817870" cy="6238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75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864811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</a:tblGrid>
              <a:tr h="368522"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HE Pillar 3 / EIC Transition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6852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Aptos"/>
                        </a:rPr>
                        <a:t>EUR 0,5 to max 2,5 million in 2026 (total 100 million)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6852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1-3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60538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Applicant /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/>
                        </a:rPr>
                        <a:t>Single applicants (SMEs, spin-offs, start-ups, research </a:t>
                      </a:r>
                      <a:r>
                        <a:rPr lang="en-US" sz="1600" dirty="0" err="1">
                          <a:latin typeface="Aptos"/>
                        </a:rPr>
                        <a:t>organisations</a:t>
                      </a:r>
                      <a:r>
                        <a:rPr lang="en-US" sz="1600" dirty="0">
                          <a:latin typeface="Aptos"/>
                        </a:rPr>
                        <a:t>, universities); small consortia (min two, max five eligible entities) as well as larger consortia. 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73394"/>
                  </a:ext>
                </a:extLst>
              </a:tr>
              <a:tr h="456430">
                <a:tc>
                  <a:txBody>
                    <a:bodyPr/>
                    <a:lstStyle/>
                    <a:p>
                      <a:r>
                        <a:rPr lang="en-GB" sz="1600" i="0" dirty="0">
                          <a:latin typeface="Aptos"/>
                        </a:rPr>
                        <a:t>Expected </a:t>
                      </a:r>
                      <a:r>
                        <a:rPr lang="en-GB" sz="1600" dirty="0">
                          <a:latin typeface="Aptos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Aptos"/>
                        </a:rPr>
                        <a:t>16 September 2026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dirty="0">
                        <a:highlight>
                          <a:srgbClr val="FFFF00"/>
                        </a:highlight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2534845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Validate and demonstrate technology in application-relevant environment (starting at TRL 3 achieved or 4 aiming at achieving TRL 5 or 6)  and develop business and market readiness.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EIC Transition funds innovation activities that go beyond the experimental proof of principle in laboratory. It supports both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the maturation and validation of your novel technology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from the lab to the relevant application environments (by making use of prototyping, formulation, models, user testing or other validation tests) as well as explorations and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development of a sustainable business plan and business model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towards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commercialisation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into high potential markets.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i="1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Eligibility –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the proposal must build on results already achieved within an eligible project</a:t>
                      </a:r>
                      <a:r>
                        <a:rPr lang="en-GB" sz="1600" i="1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(Horizon2020, Horizon Europe RIA / IA / EIC projects or EDF projects). </a:t>
                      </a:r>
                      <a:br>
                        <a:rPr lang="en-GB" sz="1600" i="1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</a:br>
                      <a:endParaRPr lang="en-GB" sz="1600" i="1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41906"/>
                  </a:ext>
                </a:extLst>
              </a:tr>
              <a:tr h="54326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i="1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380971"/>
                  </a:ext>
                </a:extLst>
              </a:tr>
              <a:tr h="387197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a-DK" sz="1600" dirty="0">
                          <a:hlinkClick r:id="rId3"/>
                        </a:rPr>
                        <a:t>EIC Transition - European Innovation Council - European Commission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7348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BC3DC-5D7D-657C-260D-B98FCF54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AC15A-A268-F5BF-3548-60987A99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0A2488-620E-4717-952D-4163044243D3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04/08/2026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1B662-38B1-74B7-C571-1B93C2BE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A926C-488A-4E3E-9C21-57CAA120E114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59E0B5-7BA4-006A-CF73-837B78BB5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149993"/>
              </p:ext>
            </p:extLst>
          </p:nvPr>
        </p:nvGraphicFramePr>
        <p:xfrm>
          <a:off x="597027" y="196254"/>
          <a:ext cx="10997946" cy="6596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870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8792076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</a:tblGrid>
              <a:tr h="352531"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HE Pillar 3 / EIC Advanced Innovation Challenges – new instrument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Aptos"/>
                        </a:rPr>
                        <a:t>EUR 0,3 million (first stage) and 2,5 million (second stage)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Stage 1: 9 months. Stage 2: up to 2,5 year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Applicant /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ptos"/>
                        </a:rPr>
                        <a:t>For stage 1: Single applicant (SMEs, spin-offs, start-ups, research organisations, universities) </a:t>
                      </a:r>
                      <a:br>
                        <a:rPr lang="en-US" sz="1600">
                          <a:latin typeface="Aptos"/>
                        </a:rPr>
                      </a:br>
                      <a:r>
                        <a:rPr lang="en-US" sz="1600">
                          <a:latin typeface="Aptos"/>
                        </a:rPr>
                        <a:t>For stage 2: Single applicants or </a:t>
                      </a:r>
                      <a:r>
                        <a:rPr lang="en-US" sz="1600" dirty="0">
                          <a:latin typeface="Aptos"/>
                        </a:rPr>
                        <a:t>small </a:t>
                      </a:r>
                      <a:r>
                        <a:rPr lang="en-US" sz="1600">
                          <a:latin typeface="Aptos"/>
                        </a:rPr>
                        <a:t>consortia (two partners) or consortium of max three eligible entities. 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7339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GB" sz="1600" i="0" dirty="0">
                          <a:latin typeface="Aptos"/>
                        </a:rPr>
                        <a:t>Expected </a:t>
                      </a:r>
                      <a:r>
                        <a:rPr lang="en-GB" sz="1600" dirty="0">
                          <a:latin typeface="Aptos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Aptos"/>
                        </a:rPr>
                        <a:t>18 March 2026 (first stage), 18</a:t>
                      </a:r>
                      <a:r>
                        <a:rPr lang="en-GB" sz="1600" baseline="30000" dirty="0">
                          <a:latin typeface="Aptos"/>
                        </a:rPr>
                        <a:t>th</a:t>
                      </a:r>
                      <a:r>
                        <a:rPr lang="en-GB" sz="1600" dirty="0">
                          <a:latin typeface="Aptos"/>
                        </a:rPr>
                        <a:t> June 2027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dirty="0">
                        <a:highlight>
                          <a:srgbClr val="FFFF00"/>
                        </a:highlight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2424853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The EIC Advanced Innovation Challenges is a new scheme driving breakthrough innovation through staged funding and closer integration of user and demand perspectives, adapted to the Horizon Europe.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Implemented through two stages of funding, a first stage open to all applicants calls for proposed solutions to the challenge, and a second stage to be funded through a call for 2027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Challenges: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- Accelerating Physical AI: Embodied Intelligence for the Next Frontier of AI-Powered Robotics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- Translating Disruptive New Approach Methodologies (NAMs) into Practice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41906"/>
                  </a:ext>
                </a:extLst>
              </a:tr>
              <a:tr h="5398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31348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Special dedicated info-day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on Monday 17 November 2025, 14:00 - 16:15 (CET). Sign up: 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-US" sz="1600" dirty="0">
                          <a:latin typeface="Aptos" panose="020B0004020202020204" pitchFamily="34" charset="0"/>
                          <a:hlinkClick r:id="rId3"/>
                        </a:rPr>
                        <a:t>Online Info Day – EIC Work </a:t>
                      </a:r>
                      <a:r>
                        <a:rPr lang="en-US" sz="1600" dirty="0" err="1">
                          <a:latin typeface="Aptos" panose="020B0004020202020204" pitchFamily="34" charset="0"/>
                          <a:hlinkClick r:id="rId3"/>
                        </a:rPr>
                        <a:t>Programme</a:t>
                      </a:r>
                      <a:r>
                        <a:rPr lang="en-US" sz="1600" dirty="0">
                          <a:latin typeface="Aptos" panose="020B0004020202020204" pitchFamily="34" charset="0"/>
                          <a:hlinkClick r:id="rId3"/>
                        </a:rPr>
                        <a:t> 2026 - Advanced Innovation Challenges - European Innovation Council</a:t>
                      </a:r>
                      <a:endParaRPr lang="en-GB" sz="16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9343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8D9CE-8522-DDF0-ED9F-77FF2E10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7A6F6-862E-9638-8CB9-934794CC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0A2488-620E-4717-952D-4163044243D3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04/08/2026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0F5A5-BE5A-3113-0CF5-3C148060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A926C-488A-4E3E-9C21-57CAA120E114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32BF1A-3A05-5A68-B74B-339C59E28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475783"/>
              </p:ext>
            </p:extLst>
          </p:nvPr>
        </p:nvGraphicFramePr>
        <p:xfrm>
          <a:off x="707366" y="860488"/>
          <a:ext cx="10894084" cy="5488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008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8792076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</a:tblGrid>
              <a:tr h="352531">
                <a:tc gridSpan="2">
                  <a:txBody>
                    <a:bodyPr/>
                    <a:lstStyle/>
                    <a:p>
                      <a:r>
                        <a:rPr lang="en-GB" sz="1600" b="1" dirty="0">
                          <a:latin typeface="Aptos"/>
                        </a:rPr>
                        <a:t>EUROSTARS </a:t>
                      </a:r>
                      <a:r>
                        <a:rPr lang="en-GB" sz="1600" b="0" dirty="0">
                          <a:latin typeface="Aptos"/>
                        </a:rPr>
                        <a:t>– p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 of the European Partnership on Innovative SMEs, co-funded through Horizon Europe</a:t>
                      </a:r>
                      <a:endParaRPr lang="en-GB" sz="1600" b="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Aptos"/>
                        </a:rPr>
                        <a:t>No fixed amount, average 1,5 M 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9667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Maximum 3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Applicant/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Primarily innovative SMEs, but large companies, universities, and research organizations can also participate as partners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73394"/>
                  </a:ext>
                </a:extLst>
              </a:tr>
              <a:tr h="448430">
                <a:tc>
                  <a:txBody>
                    <a:bodyPr/>
                    <a:lstStyle/>
                    <a:p>
                      <a:r>
                        <a:rPr lang="en-GB" sz="1600" i="0" dirty="0">
                          <a:latin typeface="Aptos"/>
                        </a:rPr>
                        <a:t>Expected </a:t>
                      </a:r>
                      <a:r>
                        <a:rPr lang="en-GB" sz="1600" dirty="0">
                          <a:latin typeface="Aptos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latin typeface="Aptos" panose="020B0004020202020204" pitchFamily="34" charset="0"/>
                        </a:rPr>
                        <a:t>See open calls here: </a:t>
                      </a:r>
                      <a:r>
                        <a:rPr lang="da-DK" sz="1600" dirty="0" err="1">
                          <a:hlinkClick r:id="rId3"/>
                        </a:rPr>
                        <a:t>Programmes</a:t>
                      </a:r>
                      <a:r>
                        <a:rPr lang="da-DK" sz="1600" dirty="0">
                          <a:hlinkClick r:id="rId3"/>
                        </a:rPr>
                        <a:t> Archive - </a:t>
                      </a:r>
                      <a:r>
                        <a:rPr lang="da-DK" sz="1600" dirty="0" err="1">
                          <a:hlinkClick r:id="rId3"/>
                        </a:rPr>
                        <a:t>Eureka</a:t>
                      </a:r>
                      <a:r>
                        <a:rPr lang="da-DK" sz="1600" dirty="0">
                          <a:hlinkClick r:id="rId3"/>
                        </a:rPr>
                        <a:t> Network</a:t>
                      </a:r>
                      <a:r>
                        <a:rPr lang="da-DK" sz="1600" dirty="0"/>
                        <a:t> </a:t>
                      </a:r>
                      <a:r>
                        <a:rPr lang="da-DK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(in 2025: 4th September)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2474775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EUROSTARS is an international funding program that supports R&amp;D-performing small and medium-sized enterprises (SMEs)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in developing innovative products, processes, or services for commercialization. It is part of the European Partnership on Innovative SMEs, co-funded by the European Union through Horizon Europe and by national funding bodies.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Project Type: Collaborative international R&amp;D and innovation projects.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Funding: Provided by national funding bodies (not directly from the EU or Eureka), based on national rules and budgets.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41906"/>
                  </a:ext>
                </a:extLst>
              </a:tr>
              <a:tr h="50033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001328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a-DK" sz="1600" dirty="0">
                          <a:hlinkClick r:id="rId4"/>
                        </a:rPr>
                        <a:t>Eurostars - </a:t>
                      </a:r>
                      <a:r>
                        <a:rPr lang="da-DK" sz="1600" dirty="0" err="1">
                          <a:hlinkClick r:id="rId4"/>
                        </a:rPr>
                        <a:t>Eureka</a:t>
                      </a:r>
                      <a:r>
                        <a:rPr lang="da-DK" sz="1600" dirty="0">
                          <a:hlinkClick r:id="rId4"/>
                        </a:rPr>
                        <a:t> Network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1855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6AA4-9EFA-8DD6-09DD-2FB6B620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800A7-7821-5A47-A6A8-B24B2FF4A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0A2488-620E-4717-952D-4163044243D3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04/08/2026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8744F-4B9E-723A-785A-5C8767F3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A926C-488A-4E3E-9C21-57CAA120E114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3564CE-3964-013C-9343-3406E31A1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85875"/>
              </p:ext>
            </p:extLst>
          </p:nvPr>
        </p:nvGraphicFramePr>
        <p:xfrm>
          <a:off x="707366" y="860488"/>
          <a:ext cx="10894084" cy="5280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008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8792076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</a:tblGrid>
              <a:tr h="352531">
                <a:tc gridSpan="2">
                  <a:txBody>
                    <a:bodyPr/>
                    <a:lstStyle/>
                    <a:p>
                      <a:r>
                        <a:rPr lang="en-US" sz="1600" b="1" dirty="0">
                          <a:latin typeface="Aptos"/>
                        </a:rPr>
                        <a:t>HE Pillar 2</a:t>
                      </a:r>
                      <a:endParaRPr lang="en-GB" sz="1600" b="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9667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Applicant/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73394"/>
                  </a:ext>
                </a:extLst>
              </a:tr>
              <a:tr h="448430">
                <a:tc>
                  <a:txBody>
                    <a:bodyPr/>
                    <a:lstStyle/>
                    <a:p>
                      <a:r>
                        <a:rPr lang="en-GB" sz="1600" i="0" dirty="0">
                          <a:latin typeface="Aptos"/>
                        </a:rPr>
                        <a:t>Expected </a:t>
                      </a:r>
                      <a:r>
                        <a:rPr lang="en-GB" sz="1600" dirty="0">
                          <a:latin typeface="Aptos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2474775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41906"/>
                  </a:ext>
                </a:extLst>
              </a:tr>
              <a:tr h="53311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754984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9594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7F938-56F9-6050-B166-8A096AA0D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C1C74-31F1-1E80-C1FD-F529F25CE0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9000" dirty="0"/>
              <a:t>Structured programmes managed by LH</a:t>
            </a:r>
          </a:p>
        </p:txBody>
      </p:sp>
    </p:spTree>
    <p:extLst>
      <p:ext uri="{BB962C8B-B14F-4D97-AF65-F5344CB8AC3E}">
        <p14:creationId xmlns:p14="http://schemas.microsoft.com/office/powerpoint/2010/main" val="25017157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1D9FF-6C15-3858-2CEB-D3EAFE93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85062B-1C6C-30F3-5546-38C4DB5945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107E0-342C-27D2-EC59-3C244C68A9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FF9BD-ED20-AF58-A26E-63E49974B0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62FF90-4FFE-43A0-95F6-BF1B369D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799836"/>
              </p:ext>
            </p:extLst>
          </p:nvPr>
        </p:nvGraphicFramePr>
        <p:xfrm>
          <a:off x="589756" y="650193"/>
          <a:ext cx="11012488" cy="576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POC – Proof of Concept TO GO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15M pr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DKK 150.000</a:t>
                      </a:r>
                      <a:endParaRPr lang="en-GB" sz="16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6 months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Team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1-3 researchers + 1 business partner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Ongoing – 16 deadlines in 2025</a:t>
                      </a:r>
                      <a:endParaRPr lang="en-GB" sz="16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latin typeface="Aptos"/>
                        </a:rPr>
                        <a:t>Main applicant is KU researcher - All KU departments can apply (Science, Health, Teo, Law, Social and Humanities)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Proof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Concept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(POC) Fund supports UCPH researchers in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developing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-stage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projects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that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demonstrate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feasibility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innovative inventions with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commercial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social,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societal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or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environmental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potential.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supports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commercial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non-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commercial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projects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emerging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from UCPH research.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seen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the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step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toward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startup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journey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public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lvl="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ptos"/>
                        </a:rPr>
                        <a:t>1-3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sz="1600" dirty="0" err="1">
                          <a:hlinkClick r:id="rId3"/>
                        </a:rPr>
                        <a:t>Proof</a:t>
                      </a:r>
                      <a:r>
                        <a:rPr lang="da-DK" sz="1600" dirty="0">
                          <a:hlinkClick r:id="rId3"/>
                        </a:rPr>
                        <a:t>-of-</a:t>
                      </a:r>
                      <a:r>
                        <a:rPr lang="da-DK" sz="1600" dirty="0" err="1">
                          <a:hlinkClick r:id="rId3"/>
                        </a:rPr>
                        <a:t>Concept</a:t>
                      </a:r>
                      <a:r>
                        <a:rPr lang="da-DK" sz="1600" dirty="0">
                          <a:hlinkClick r:id="rId3"/>
                        </a:rPr>
                        <a:t>-pulje - </a:t>
                      </a:r>
                      <a:r>
                        <a:rPr lang="da-DK" sz="1600" dirty="0" err="1">
                          <a:hlinkClick r:id="rId3"/>
                        </a:rPr>
                        <a:t>KUnet</a:t>
                      </a:r>
                      <a:endParaRPr lang="en-GB" sz="1600" b="0" i="0" u="none" strike="noStrike" noProof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GB" sz="1600" b="0" i="0" u="none" strike="noStrike" noProof="0" dirty="0">
                          <a:hlinkClick r:id="rId4"/>
                        </a:rPr>
                        <a:t>POC@adm.ku.dk</a:t>
                      </a:r>
                      <a:r>
                        <a:rPr lang="en-GB" sz="1600" b="0" i="0" u="none" strike="noStrike" noProof="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421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D499-8A10-3369-2726-683ED6B98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7774BF-C58E-F7B0-1E3B-662FC78937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A04EB-D1E8-7C57-64AA-95818C2272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0AD8D-03D3-3A59-18E8-BBABFFBC83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305806-8405-7933-EA6A-29C1ECDA6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000679"/>
              </p:ext>
            </p:extLst>
          </p:nvPr>
        </p:nvGraphicFramePr>
        <p:xfrm>
          <a:off x="589756" y="650193"/>
          <a:ext cx="11012488" cy="576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POC – Proof of Concept MAX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15M pr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DKK 500.000</a:t>
                      </a:r>
                      <a:endParaRPr lang="en-GB" sz="16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Up to 18 months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Team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2-3 researchers + 1 business partner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Ongoing – 3 deadlines in 2025</a:t>
                      </a:r>
                      <a:endParaRPr lang="en-GB" sz="16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latin typeface="Aptos"/>
                        </a:rPr>
                        <a:t>Main applicant is KU researcher – Only KU researchers with approved patentable inventions can apply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Proof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Concept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(POC) Fund supports UCPH researchers in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developing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-stage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projects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that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demonstrate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feasibility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innovative inventions with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commercial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social,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societal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or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environmental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potential.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supports ONLY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commercial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projects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emerging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from UCPH research.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seen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the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step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toward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startup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journey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public </a:t>
                      </a:r>
                      <a:r>
                        <a:rPr lang="da-DK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da-D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lvl="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ptos"/>
                        </a:rPr>
                        <a:t>3-9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sz="1600" dirty="0" err="1">
                          <a:hlinkClick r:id="rId3"/>
                        </a:rPr>
                        <a:t>Proof</a:t>
                      </a:r>
                      <a:r>
                        <a:rPr lang="da-DK" sz="1600" dirty="0">
                          <a:hlinkClick r:id="rId3"/>
                        </a:rPr>
                        <a:t>-of-</a:t>
                      </a:r>
                      <a:r>
                        <a:rPr lang="da-DK" sz="1600" dirty="0" err="1">
                          <a:hlinkClick r:id="rId3"/>
                        </a:rPr>
                        <a:t>Concept</a:t>
                      </a:r>
                      <a:r>
                        <a:rPr lang="da-DK" sz="1600" dirty="0">
                          <a:hlinkClick r:id="rId3"/>
                        </a:rPr>
                        <a:t>-pulje - </a:t>
                      </a:r>
                      <a:r>
                        <a:rPr lang="da-DK" sz="1600" dirty="0" err="1">
                          <a:hlinkClick r:id="rId3"/>
                        </a:rPr>
                        <a:t>KUnet</a:t>
                      </a:r>
                      <a:endParaRPr lang="en-GB" sz="1600" b="0" i="0" u="none" strike="noStrike" noProof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GB" sz="1600" b="0" i="0" u="none" strike="noStrike" noProof="0" dirty="0">
                          <a:hlinkClick r:id="rId4"/>
                        </a:rPr>
                        <a:t>POC@adm.ku.dk</a:t>
                      </a:r>
                      <a:r>
                        <a:rPr lang="en-GB" sz="1600" b="0" i="0" u="none" strike="noStrike" noProof="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4672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9550E-1F26-3DC2-C5EA-AFCBC48E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2FE74D-50BF-1473-5816-DDA972E052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83780-27CD-9FA6-87DC-38657BE04B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7DE16-FB9F-5857-3A7C-43DF024ACB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DF9AF4-B5FA-AB34-D0AD-9EEC4211A143}"/>
              </a:ext>
            </a:extLst>
          </p:cNvPr>
          <p:cNvGraphicFramePr>
            <a:graphicFrameLocks noGrp="1"/>
          </p:cNvGraphicFramePr>
          <p:nvPr/>
        </p:nvGraphicFramePr>
        <p:xfrm>
          <a:off x="589756" y="759066"/>
          <a:ext cx="11012488" cy="6219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SPARK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44 million (Novo Nordisk Foundation grant); up to DKK 700,000 per enrolled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Established 2022; first phase covers 5 years (~45 projects funded)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Partners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University of Copenhagen (host); Aarhus University; Aalborg University; University of Southern Denmark; Technical University of Denmark — funded by the Novo Nordisk Foundation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Rolling/periodic open calls — see sparkdenmark.ku.dk for current deadlines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Health — Life Science translation (therapeutics, diagnostics, health tech, medtech, industrial biotech)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 mentoring and funding programme (modelled on Stanford's SPARK) that helps academic researchers — from PhD students to professors — translate early-stage life-science inventions into commercially viable, patient-benefiting solutions, through industry mentorship, training and up to DKK 700,000 in proof-of-concept funding.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Low (early-stage academic proof-of-concept)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a-DK" sz="1600" dirty="0">
                          <a:hlinkClick r:id="rId3"/>
                        </a:rPr>
                        <a:t>SPARK Denmark – University of Copenhagen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SPARK Denmark Secretariat, University of Copenhagen (Faculty of Health and Medical Sciences)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067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12763-543B-CA51-0B79-2614872B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ABAE09-4431-38AC-0757-7D70F2C87C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7FB29-D30B-AE98-5588-18AB82A258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68447-A04B-F3DF-15B9-A66F978F78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1BA215-255F-BFBB-D422-D72F0DBFF35E}"/>
              </a:ext>
            </a:extLst>
          </p:cNvPr>
          <p:cNvGraphicFramePr>
            <a:graphicFrameLocks noGrp="1"/>
          </p:cNvGraphicFramePr>
          <p:nvPr/>
        </p:nvGraphicFramePr>
        <p:xfrm>
          <a:off x="589756" y="759066"/>
          <a:ext cx="11012488" cy="6463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Spin-outs Denmark 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75 million (5-year grant from VILLUM FONDEN)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5 years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Partners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All eight Danish universities: University of Copenhagen, Aarhus University, DTU, Aalborg University, University of Southern Denmark, Roskilde University, Copenhagen Business School, IT University of Copenhagen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Ongoing — support via each university's tech transfer office; see spinouts.dk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Cross-cutting — academic entrepreneurship &amp; spin-out creation (all research fields)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 national collaboration among Denmark's eight universities to increase the number and quality of research-based spin-out companies. Funds up to a year of researchers' time, mentoring and capacity-building at university tech transfer offices, and works to build a cohesive national ecosystem for academic entrepreneurship.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Low–mid (pre-spinout, idea-to-company stage)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a-DK" sz="1600" dirty="0">
                          <a:hlinkClick r:id="rId3"/>
                        </a:rPr>
                        <a:t>Spin-</a:t>
                      </a:r>
                      <a:r>
                        <a:rPr lang="da-DK" sz="1600" dirty="0" err="1">
                          <a:hlinkClick r:id="rId3"/>
                        </a:rPr>
                        <a:t>outs</a:t>
                      </a:r>
                      <a:r>
                        <a:rPr lang="da-DK" sz="1600" dirty="0">
                          <a:hlinkClick r:id="rId3"/>
                        </a:rPr>
                        <a:t> Denmark – </a:t>
                      </a:r>
                      <a:r>
                        <a:rPr lang="da-DK" sz="1600" dirty="0" err="1">
                          <a:hlinkClick r:id="rId3"/>
                        </a:rPr>
                        <a:t>Turning</a:t>
                      </a:r>
                      <a:r>
                        <a:rPr lang="da-DK" sz="1600" dirty="0">
                          <a:hlinkClick r:id="rId3"/>
                        </a:rPr>
                        <a:t> research </a:t>
                      </a:r>
                      <a:r>
                        <a:rPr lang="da-DK" sz="1600" dirty="0" err="1">
                          <a:hlinkClick r:id="rId3"/>
                        </a:rPr>
                        <a:t>into</a:t>
                      </a:r>
                      <a:r>
                        <a:rPr lang="da-DK" sz="1600" dirty="0">
                          <a:hlinkClick r:id="rId3"/>
                        </a:rPr>
                        <a:t> </a:t>
                      </a:r>
                      <a:r>
                        <a:rPr lang="da-DK" sz="1600" dirty="0" err="1">
                          <a:hlinkClick r:id="rId3"/>
                        </a:rPr>
                        <a:t>impact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Spin-outs Denmark secretariat, via participating university's tech transfer office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074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FFAB-307B-AA03-9912-4EDF0828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7D8589-5EB7-59CF-4B2A-780D8B369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FCA60-EFA0-4F64-8EDE-9481DC4803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E536B-8D74-2E72-B2C3-69BC4D56B9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1EAD22-32AA-94FE-FB3D-9EA0A64F6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954509"/>
              </p:ext>
            </p:extLst>
          </p:nvPr>
        </p:nvGraphicFramePr>
        <p:xfrm>
          <a:off x="589756" y="759066"/>
          <a:ext cx="11012488" cy="6950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12">
                  <a:extLst>
                    <a:ext uri="{9D8B030D-6E8A-4147-A177-3AD203B41FA5}">
                      <a16:colId xmlns:a16="http://schemas.microsoft.com/office/drawing/2014/main" val="3376964551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2786596593"/>
                    </a:ext>
                  </a:extLst>
                </a:gridCol>
                <a:gridCol w="4396038">
                  <a:extLst>
                    <a:ext uri="{9D8B030D-6E8A-4147-A177-3AD203B41FA5}">
                      <a16:colId xmlns:a16="http://schemas.microsoft.com/office/drawing/2014/main" val="833613245"/>
                    </a:ext>
                  </a:extLst>
                </a:gridCol>
              </a:tblGrid>
              <a:tr h="33637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Open Entrepreneurship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4641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DKK 35 million (2016–2019 pilot) + DKK 13 million (2020–2023); now permanently funded via Denmark's national entrepreneurship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96708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Ongoing since 2017 (piloted 2016); now permanently funded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36156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Partners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All eight Danish universities (Aalborg, Aarhus, CBS, ITU, RUC, DTU, University of Copenhagen, SDU); UC Berkeley (strategic partner); funded by Industriens Fond and the Danish Ministry of Higher Education and Science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2602"/>
                  </a:ext>
                </a:extLst>
              </a:tr>
              <a:tr h="35253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Deadline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Ongoing — rolling matching of researchers and entrepreneurs; see open-entrepreneurship.com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9921"/>
                  </a:ext>
                </a:extLst>
              </a:tr>
              <a:tr h="616929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Theme: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Cross-cutting — academic entrepreneurship across digital, deep tech &amp; life sciences verticals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84871"/>
                  </a:ext>
                </a:extLst>
              </a:tr>
              <a:tr h="1703900">
                <a:tc>
                  <a:txBody>
                    <a:bodyPr/>
                    <a:lstStyle/>
                    <a:p>
                      <a:r>
                        <a:rPr lang="en-GB" sz="1600">
                          <a:latin typeface="Aptos"/>
                        </a:rPr>
                        <a:t>Purpose</a:t>
                      </a:r>
                      <a:endParaRPr lang="en-GB" sz="16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A collaborative national platform matching academic researchers with experienced external entrepreneurs and business angels to explore and build research-based start-ups and spin-outs, embedding entrepreneurial support directly within university research environments.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79552"/>
                  </a:ext>
                </a:extLst>
              </a:tr>
              <a:tr h="363046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 panose="020B0004020202020204" pitchFamily="34" charset="0"/>
                        </a:rPr>
                        <a:t>TRL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Low–mid (idea validation to early spin-out)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88290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Link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a-DK" sz="1600" dirty="0">
                          <a:hlinkClick r:id="rId3"/>
                        </a:rPr>
                        <a:t>Open </a:t>
                      </a:r>
                      <a:r>
                        <a:rPr lang="da-DK" sz="1600" dirty="0" err="1">
                          <a:hlinkClick r:id="rId3"/>
                        </a:rPr>
                        <a:t>Entrepreneurship</a:t>
                      </a:r>
                      <a:r>
                        <a:rPr lang="da-DK" sz="1600" dirty="0">
                          <a:hlinkClick r:id="rId3"/>
                        </a:rPr>
                        <a:t> at UCPH – University of Copenhagen</a:t>
                      </a:r>
                      <a:endParaRPr lang="da-DK" sz="1600" dirty="0"/>
                    </a:p>
                    <a:p>
                      <a:r>
                        <a:rPr lang="da-DK" sz="1600" dirty="0">
                          <a:hlinkClick r:id="rId4"/>
                        </a:rPr>
                        <a:t>Open </a:t>
                      </a:r>
                      <a:r>
                        <a:rPr lang="da-DK" sz="1600" dirty="0" err="1">
                          <a:hlinkClick r:id="rId4"/>
                        </a:rPr>
                        <a:t>Entrepreneurship</a:t>
                      </a:r>
                      <a:endParaRPr lang="en-GB" sz="1600" dirty="0">
                        <a:latin typeface="Apto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87267"/>
                  </a:ext>
                </a:extLst>
              </a:tr>
              <a:tr h="667929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Who to contact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600" dirty="0">
                          <a:latin typeface="Aptos"/>
                        </a:rPr>
                        <a:t>Open Entrepreneurship central unit, Technical University of Denmark (DTU)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6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0508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4B8AE-AEC2-D61E-AC19-A4765C09A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166F54-EBBE-3B27-050F-BEC80D2AC1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84708-F499-19B9-D95D-E0D7E78368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AE900-B2FD-A50B-9D61-2AD37D9583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2A1B16-F301-8605-6167-243B2985C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669119"/>
              </p:ext>
            </p:extLst>
          </p:nvPr>
        </p:nvGraphicFramePr>
        <p:xfrm>
          <a:off x="505535" y="587375"/>
          <a:ext cx="11012488" cy="388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2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 gridSpan="5">
                  <a:txBody>
                    <a:bodyPr/>
                    <a:lstStyle/>
                    <a:p>
                      <a:r>
                        <a:rPr lang="en-GB" sz="1600" b="1" dirty="0">
                          <a:latin typeface="Aptos"/>
                        </a:rPr>
                        <a:t>NNF innovation - Investment Programmes Overview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Target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Typical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Aptos"/>
                        </a:rPr>
                        <a:t>TRL /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POC – Proof of Concept TO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Individual and teamed up KU researchers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+mn-lt"/>
                        </a:rPr>
                        <a:t>Up to DKK 150.000 per project </a:t>
                      </a:r>
                      <a:endParaRPr lang="en-GB"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6 months</a:t>
                      </a:r>
                    </a:p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Pre-seed / proof-of-concept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POC – Proof of Concept MAX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+mn-lt"/>
                        </a:rPr>
                        <a:t>Individual and teamed up KU researchers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Up to DKK 500.000</a:t>
                      </a:r>
                      <a:r>
                        <a:rPr lang="en-GB" sz="120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GB" sz="1200" dirty="0">
                          <a:latin typeface="Aptos"/>
                        </a:rPr>
                        <a:t>per </a:t>
                      </a:r>
                      <a:r>
                        <a:rPr lang="en-GB" sz="1200" dirty="0">
                          <a:latin typeface="+mn-lt"/>
                        </a:rPr>
                        <a:t>project</a:t>
                      </a:r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+mn-lt"/>
                        </a:rPr>
                        <a:t>Up to 8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+mn-lt"/>
                        </a:rPr>
                        <a:t>Pre-seed / proof-of-concept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GB" sz="1400" b="1" dirty="0"/>
                        <a:t>SPARK</a:t>
                      </a:r>
                      <a:endParaRPr lang="en-GB" sz="1300" b="1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+mn-lt"/>
                        </a:rPr>
                        <a:t>Individual KU researchers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+mn-lt"/>
                        </a:rPr>
                        <a:t>Up to DKK 700,000 per project</a:t>
                      </a:r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Pre-seed / proof-of-concept</a:t>
                      </a:r>
                    </a:p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Spin-outs Denmark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+mn-lt"/>
                        </a:rPr>
                        <a:t>Researcher building a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Up to 600.000 DKK plus bench fee and overhead</a:t>
                      </a:r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Up to 1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Pre-seed / proof-of-concept (pre-CVR)</a:t>
                      </a:r>
                    </a:p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Open Entrepreneurship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+mn-lt"/>
                        </a:rPr>
                        <a:t>Academic researchers and external entrepreneurs and business angels </a:t>
                      </a:r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Mentorship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/>
                        </a:rPr>
                        <a:t>Ongoing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Early-stage/basic research, low TRL</a:t>
                      </a:r>
                    </a:p>
                    <a:p>
                      <a:endParaRPr lang="en-GB" sz="12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4632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781D-D07C-90CA-268E-4B74AFDF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4BE6F0-DC0B-4144-6CC0-FF04707DC0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EDD63-CC10-29E6-F07D-3B9B36F1B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12000" dirty="0"/>
              <a:t>Application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E691E-114F-F202-DAF8-CE9F568DCD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AB115-F325-872D-DD08-2898947633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F077A-CEEB-E731-F7E2-5EE39B026E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850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47C6B-55A4-3CF9-3018-2EDFC7D2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7D97F-9ABE-C0CE-A30E-EA425625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a-DK" dirty="0">
              <a:latin typeface="Aptos" panose="020B0004020202020204" pitchFamily="34" charset="0"/>
            </a:endParaRPr>
          </a:p>
          <a:p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5A4F5-B0DA-D1ED-2089-5CB98331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AB39159-B651-DC93-E5FD-C362651A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Open Sans Extrabold"/>
                <a:cs typeface="Microsoft New Tai Lue"/>
              </a:rPr>
              <a:t>          Intermission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2EECE-D35A-7554-58A5-35515235422C}"/>
              </a:ext>
            </a:extLst>
          </p:cNvPr>
          <p:cNvSpPr txBox="1"/>
          <p:nvPr/>
        </p:nvSpPr>
        <p:spPr>
          <a:xfrm>
            <a:off x="692338" y="1320283"/>
            <a:ext cx="5511238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cs typeface="Microsoft New Tai Lue"/>
              </a:rPr>
              <a:t>Where to </a:t>
            </a:r>
            <a:r>
              <a:rPr lang="en-US" sz="2400" b="1" dirty="0">
                <a:solidFill>
                  <a:schemeClr val="tx2"/>
                </a:solidFill>
                <a:cs typeface="Microsoft New Tai Lue"/>
              </a:rPr>
              <a:t>find the calls</a:t>
            </a:r>
            <a:r>
              <a:rPr lang="en-US" sz="2400" dirty="0">
                <a:cs typeface="Microsoft New Tai Lue"/>
              </a:rPr>
              <a:t>:</a:t>
            </a:r>
          </a:p>
          <a:p>
            <a:pPr>
              <a:spcBef>
                <a:spcPct val="0"/>
              </a:spcBef>
            </a:pPr>
            <a:endParaRPr lang="en-US" sz="2400" dirty="0">
              <a:cs typeface="Microsoft New Tai Lue"/>
            </a:endParaRPr>
          </a:p>
          <a:p>
            <a:pPr marL="342900" indent="-342900">
              <a:spcBef>
                <a:spcPct val="0"/>
              </a:spcBef>
              <a:buFont typeface="Arial"/>
              <a:buChar char="•"/>
            </a:pPr>
            <a:r>
              <a:rPr lang="en-US" sz="2400" dirty="0" err="1">
                <a:cs typeface="Microsoft New Tai Lue"/>
              </a:rPr>
              <a:t>KUnet</a:t>
            </a:r>
            <a:r>
              <a:rPr lang="en-US" sz="2400" dirty="0">
                <a:cs typeface="Microsoft New Tai Lue"/>
              </a:rPr>
              <a:t> – research portal</a:t>
            </a:r>
          </a:p>
          <a:p>
            <a:pPr>
              <a:spcBef>
                <a:spcPct val="0"/>
              </a:spcBef>
            </a:pPr>
            <a:endParaRPr lang="en-US" sz="2400" dirty="0">
              <a:cs typeface="Microsoft New Tai Lue"/>
            </a:endParaRPr>
          </a:p>
          <a:p>
            <a:pPr marL="342900" indent="-342900"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cs typeface="Microsoft New Tai Lue"/>
              </a:rPr>
              <a:t>Funding Newsletters </a:t>
            </a:r>
          </a:p>
          <a:p>
            <a:pPr marL="342900" indent="-342900">
              <a:spcBef>
                <a:spcPct val="0"/>
              </a:spcBef>
              <a:buFont typeface="Arial"/>
              <a:buChar char="•"/>
            </a:pPr>
            <a:endParaRPr lang="en-US" sz="2400" dirty="0">
              <a:cs typeface="Microsoft New Tai Lue"/>
            </a:endParaRPr>
          </a:p>
          <a:p>
            <a:pPr marL="342900" indent="-342900"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cs typeface="Microsoft New Tai Lue"/>
              </a:rPr>
              <a:t>Department Newsletters</a:t>
            </a:r>
          </a:p>
          <a:p>
            <a:pPr>
              <a:spcBef>
                <a:spcPct val="0"/>
              </a:spcBef>
            </a:pPr>
            <a:endParaRPr lang="en-US" sz="2400" dirty="0">
              <a:cs typeface="Microsoft New Tai Lue"/>
            </a:endParaRPr>
          </a:p>
          <a:p>
            <a:pPr marL="342900" indent="-342900"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cs typeface="Microsoft New Tai Lue"/>
              </a:rPr>
              <a:t>Research funding visits Sections-or Department meetings</a:t>
            </a:r>
          </a:p>
          <a:p>
            <a:pPr marL="342900" indent="-342900">
              <a:spcBef>
                <a:spcPct val="0"/>
              </a:spcBef>
              <a:buFont typeface="Arial"/>
              <a:buChar char="•"/>
            </a:pPr>
            <a:endParaRPr lang="en-US" sz="2400" dirty="0">
              <a:cs typeface="Microsoft New Tai Lue"/>
            </a:endParaRPr>
          </a:p>
          <a:p>
            <a:pPr marL="342900" indent="-342900"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cs typeface="Microsoft New Tai Lue"/>
              </a:rPr>
              <a:t>1:1 meetings (get in touch)</a:t>
            </a:r>
          </a:p>
          <a:p>
            <a:pPr>
              <a:spcBef>
                <a:spcPct val="0"/>
              </a:spcBef>
            </a:pPr>
            <a:endParaRPr lang="en-US" sz="2400" dirty="0">
              <a:cs typeface="Microsoft New Tai Lue"/>
            </a:endParaRPr>
          </a:p>
          <a:p>
            <a:pPr>
              <a:spcBef>
                <a:spcPct val="0"/>
              </a:spcBef>
            </a:pPr>
            <a:endParaRPr lang="en-US" sz="2400" dirty="0">
              <a:cs typeface="Microsoft New Tai Lu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ED112-30A5-FF82-78EC-BCAE2E36FA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07" y="1811360"/>
            <a:ext cx="5369132" cy="3566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88959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8547C4-58FC-EE82-BD80-B25770026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1E4691-CAF4-C512-C7D5-2AFA44B456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Funding journeys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5696A-F13D-E8F3-AB15-8E3FD0DA91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Science / Health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31F05-6F20-A919-DCB9-E878121577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23B4E2C-DA14-2915-5FC7-34342A368B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3399100"/>
              </p:ext>
            </p:extLst>
          </p:nvPr>
        </p:nvGraphicFramePr>
        <p:xfrm>
          <a:off x="1073533" y="147770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BDE869B-DF94-F59A-859E-BC2A8C6FE717}"/>
              </a:ext>
            </a:extLst>
          </p:cNvPr>
          <p:cNvSpPr txBox="1"/>
          <p:nvPr/>
        </p:nvSpPr>
        <p:spPr>
          <a:xfrm>
            <a:off x="9665467" y="2306498"/>
            <a:ext cx="1883884" cy="830997"/>
          </a:xfrm>
          <a:prstGeom prst="rect">
            <a:avLst/>
          </a:prstGeom>
          <a:solidFill>
            <a:schemeClr val="accent1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You want to validate your research prior to establishing a business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E0925-358D-6E25-DEFD-29CFF1ADB2C1}"/>
              </a:ext>
            </a:extLst>
          </p:cNvPr>
          <p:cNvSpPr txBox="1"/>
          <p:nvPr/>
        </p:nvSpPr>
        <p:spPr>
          <a:xfrm>
            <a:off x="9695135" y="5363352"/>
            <a:ext cx="1883884" cy="646331"/>
          </a:xfrm>
          <a:prstGeom prst="rect">
            <a:avLst/>
          </a:prstGeom>
          <a:solidFill>
            <a:schemeClr val="accent1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You want to build a business case creating a CVR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D0E68-37E8-48DB-2B67-08A79FA29041}"/>
              </a:ext>
            </a:extLst>
          </p:cNvPr>
          <p:cNvSpPr txBox="1"/>
          <p:nvPr/>
        </p:nvSpPr>
        <p:spPr>
          <a:xfrm>
            <a:off x="9665467" y="3777025"/>
            <a:ext cx="1883884" cy="830997"/>
          </a:xfrm>
          <a:prstGeom prst="rect">
            <a:avLst/>
          </a:prstGeom>
          <a:solidFill>
            <a:schemeClr val="accent1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You want to validate your research internationally prior to establishing a business case</a:t>
            </a:r>
          </a:p>
        </p:txBody>
      </p:sp>
    </p:spTree>
    <p:extLst>
      <p:ext uri="{BB962C8B-B14F-4D97-AF65-F5344CB8AC3E}">
        <p14:creationId xmlns:p14="http://schemas.microsoft.com/office/powerpoint/2010/main" val="28647663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2211C2-707D-6643-FB27-474D9585A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86DE4D-8E66-CA8D-1B0F-33427F6A9C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Funding journeys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A8F96-0114-C804-D72E-38968BDF38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HUM, Social, law, </a:t>
            </a:r>
            <a:r>
              <a:rPr lang="en-GB" dirty="0" err="1"/>
              <a:t>teo</a:t>
            </a:r>
            <a:r>
              <a:rPr lang="en-GB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739A8-05C8-9C10-7F4E-623E2683A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16D1BA2-FD0D-2F49-9485-B642BD0A63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4509837"/>
              </p:ext>
            </p:extLst>
          </p:nvPr>
        </p:nvGraphicFramePr>
        <p:xfrm>
          <a:off x="1073533" y="147770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DC6A2F-BADC-3D23-97DD-2CF22E843FDE}"/>
              </a:ext>
            </a:extLst>
          </p:cNvPr>
          <p:cNvSpPr txBox="1"/>
          <p:nvPr/>
        </p:nvSpPr>
        <p:spPr>
          <a:xfrm>
            <a:off x="9665467" y="2306498"/>
            <a:ext cx="1883884" cy="830997"/>
          </a:xfrm>
          <a:prstGeom prst="rect">
            <a:avLst/>
          </a:prstGeom>
          <a:solidFill>
            <a:schemeClr val="accent1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You want to validate your research prior to establishing a business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16729-61B4-CDA8-E277-D4B7C6E058BB}"/>
              </a:ext>
            </a:extLst>
          </p:cNvPr>
          <p:cNvSpPr txBox="1"/>
          <p:nvPr/>
        </p:nvSpPr>
        <p:spPr>
          <a:xfrm>
            <a:off x="9665467" y="3816397"/>
            <a:ext cx="1883884" cy="646331"/>
          </a:xfrm>
          <a:prstGeom prst="rect">
            <a:avLst/>
          </a:prstGeom>
          <a:solidFill>
            <a:schemeClr val="accent1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You want to build a business case creating a CVR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4DBEB-9E75-1556-4263-C7262BF7577F}"/>
              </a:ext>
            </a:extLst>
          </p:cNvPr>
          <p:cNvSpPr txBox="1"/>
          <p:nvPr/>
        </p:nvSpPr>
        <p:spPr>
          <a:xfrm>
            <a:off x="9665467" y="5303070"/>
            <a:ext cx="1883884" cy="646331"/>
          </a:xfrm>
          <a:prstGeom prst="rect">
            <a:avLst/>
          </a:prstGeom>
          <a:solidFill>
            <a:schemeClr val="accent1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You want to collaborate across disciplines to mature a business case</a:t>
            </a:r>
          </a:p>
        </p:txBody>
      </p:sp>
    </p:spTree>
    <p:extLst>
      <p:ext uri="{BB962C8B-B14F-4D97-AF65-F5344CB8AC3E}">
        <p14:creationId xmlns:p14="http://schemas.microsoft.com/office/powerpoint/2010/main" val="14179276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2369646230"/>
              </p:ext>
            </p:extLst>
          </p:nvPr>
        </p:nvGraphicFramePr>
        <p:xfrm>
          <a:off x="546547" y="2883744"/>
          <a:ext cx="10853927" cy="1090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6497" y="1105858"/>
            <a:ext cx="11095048" cy="809298"/>
          </a:xfrm>
        </p:spPr>
        <p:txBody>
          <a:bodyPr>
            <a:normAutofit/>
          </a:bodyPr>
          <a:lstStyle/>
          <a:p>
            <a:r>
              <a:rPr lang="en-GB" sz="2800" dirty="0"/>
              <a:t>Recommended timeline / application process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FCE5D-FFCA-7832-E9FF-288AC008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83ABE-B28B-474B-E989-8CAC96E4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2" name="Group 21"/>
          <p:cNvGrpSpPr/>
          <p:nvPr/>
        </p:nvGrpSpPr>
        <p:grpSpPr>
          <a:xfrm>
            <a:off x="460806" y="4219896"/>
            <a:ext cx="11827803" cy="1289765"/>
            <a:chOff x="1842721" y="2286793"/>
            <a:chExt cx="8226722" cy="4402272"/>
          </a:xfrm>
        </p:grpSpPr>
        <p:sp>
          <p:nvSpPr>
            <p:cNvPr id="19" name="TextBox 18"/>
            <p:cNvSpPr txBox="1"/>
            <p:nvPr/>
          </p:nvSpPr>
          <p:spPr>
            <a:xfrm>
              <a:off x="1842721" y="2507124"/>
              <a:ext cx="2706672" cy="34589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defTabSz="685800"/>
              <a:endParaRPr lang="en-GB" dirty="0">
                <a:solidFill>
                  <a:prstClr val="black"/>
                </a:solidFill>
              </a:endParaRPr>
            </a:p>
            <a:p>
              <a:pPr marL="213995" indent="-213995" defTabSz="685800">
                <a:buFontTx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Analyse topic</a:t>
              </a:r>
            </a:p>
            <a:p>
              <a:pPr marL="213995" indent="-213995" defTabSz="685800">
                <a:buFontTx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Stakeholder analysis</a:t>
              </a:r>
            </a:p>
            <a:p>
              <a:pPr marL="213995" indent="-213995" defTabSz="685800">
                <a:buFontTx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Begin consortium building, contact relevant partners</a:t>
              </a:r>
            </a:p>
            <a:p>
              <a:pPr marL="213995" indent="-213995" defTabSz="685800">
                <a:buFontTx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Make a one-page proposal and start planning the process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520079" y="2507124"/>
              <a:ext cx="2765906" cy="235836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60655" indent="-160655" defTabSz="685800">
                <a:buFontTx/>
                <a:buChar char="-"/>
              </a:pPr>
              <a:endParaRPr lang="en-GB" dirty="0">
                <a:solidFill>
                  <a:prstClr val="black"/>
                </a:solidFill>
              </a:endParaRPr>
            </a:p>
            <a:p>
              <a:pPr marL="160655" indent="-160655" defTabSz="685800">
                <a:buFontTx/>
                <a:buChar char="-"/>
              </a:pPr>
              <a:r>
                <a:rPr lang="en-GB" dirty="0">
                  <a:solidFill>
                    <a:srgbClr val="000000"/>
                  </a:solidFill>
                </a:rPr>
                <a:t>Define objectives and overall goal</a:t>
              </a:r>
            </a:p>
            <a:p>
              <a:pPr marL="160655" indent="-160655" defTabSz="685800">
                <a:buFontTx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Design work packages / division of tasks</a:t>
              </a:r>
            </a:p>
            <a:p>
              <a:pPr marL="160655" indent="-160655" defTabSz="685800">
                <a:buFontTx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Connect project results with expected impacts from work programme</a:t>
              </a:r>
            </a:p>
            <a:p>
              <a:pPr marL="160655" indent="-160655" defTabSz="685800">
                <a:buFontTx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Plan first partner meeting / discuss budget and ownership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362771" y="2286793"/>
              <a:ext cx="2706672" cy="440227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defTabSz="685800"/>
              <a:endParaRPr lang="en-GB">
                <a:solidFill>
                  <a:prstClr val="black"/>
                </a:solidFill>
              </a:endParaRPr>
            </a:p>
            <a:p>
              <a:pPr marL="160655" indent="-160655" defTabSz="685800">
                <a:buFont typeface="Calibri"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Writing process</a:t>
              </a:r>
            </a:p>
            <a:p>
              <a:pPr marL="160655" indent="-160655" defTabSz="685800">
                <a:buFont typeface="Calibri"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Division of tasks and budget</a:t>
              </a:r>
            </a:p>
            <a:p>
              <a:pPr marL="160655" indent="-160655" defTabSz="685800">
                <a:buFont typeface="Calibri"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Send for several iterations of review, in consortium and external reviewers (for EU)</a:t>
              </a:r>
            </a:p>
            <a:p>
              <a:pPr marL="160655" indent="-160655" defTabSz="685800">
                <a:buFont typeface="Calibri"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Finalize budget (*lump sum)</a:t>
              </a:r>
            </a:p>
            <a:p>
              <a:pPr marL="160655" indent="-160655" defTabSz="685800">
                <a:buFont typeface="Calibri"/>
                <a:buChar char="-"/>
              </a:pPr>
              <a:r>
                <a:rPr lang="en-GB" dirty="0">
                  <a:solidFill>
                    <a:prstClr val="black"/>
                  </a:solidFill>
                </a:rPr>
                <a:t>Annexes (ethics, clinical annex) and </a:t>
              </a:r>
            </a:p>
            <a:p>
              <a:pPr defTabSz="685800"/>
              <a:r>
                <a:rPr lang="en-GB" dirty="0">
                  <a:solidFill>
                    <a:prstClr val="black"/>
                  </a:solidFill>
                </a:rPr>
                <a:t>    A-forms</a:t>
              </a:r>
            </a:p>
          </p:txBody>
        </p:sp>
      </p:grpSp>
      <p:sp>
        <p:nvSpPr>
          <p:cNvPr id="27" name="Right Arrow 26"/>
          <p:cNvSpPr/>
          <p:nvPr/>
        </p:nvSpPr>
        <p:spPr>
          <a:xfrm>
            <a:off x="661893" y="2114603"/>
            <a:ext cx="10277856" cy="5235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04516"/>
            <a:r>
              <a:rPr lang="en-GB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12 months                                                                6 months                                                            3 months</a:t>
            </a:r>
          </a:p>
        </p:txBody>
      </p:sp>
    </p:spTree>
    <p:extLst>
      <p:ext uri="{BB962C8B-B14F-4D97-AF65-F5344CB8AC3E}">
        <p14:creationId xmlns:p14="http://schemas.microsoft.com/office/powerpoint/2010/main" val="9360815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4FC2-E2A6-2842-4310-A79AA349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0FBDE5-6624-5879-A747-945D0858A2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How we work in lighthouse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7512BB-1C1B-F5AC-C0E5-687C1867C8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2138" y="4021651"/>
            <a:ext cx="1079159" cy="3956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4149DB0-F54E-9DFB-5A64-F9A606803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1976" y="4021651"/>
            <a:ext cx="1079159" cy="3956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3AD6437-AA53-BE71-0B88-61386F791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1021" y="2975666"/>
            <a:ext cx="1465489" cy="176869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BA34C26-3478-AF33-F0DD-AE461430D9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62" y="3248731"/>
            <a:ext cx="1516023" cy="158340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1E66A80-FBFE-393F-B58D-71CC331A2F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8306" y="3262026"/>
            <a:ext cx="1414955" cy="148233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CB35E1E-F0BD-EE9F-881C-505AC50B3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87615" y="3226684"/>
            <a:ext cx="1768694" cy="146548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76EF0FA-ABF5-3D10-670F-F0943F37C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2626" y="4026760"/>
            <a:ext cx="1079159" cy="3956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4C95C2E-B8A6-F605-4E37-C3B8D23AFA89}"/>
              </a:ext>
            </a:extLst>
          </p:cNvPr>
          <p:cNvSpPr txBox="1">
            <a:spLocks/>
          </p:cNvSpPr>
          <p:nvPr/>
        </p:nvSpPr>
        <p:spPr>
          <a:xfrm>
            <a:off x="952021" y="5111970"/>
            <a:ext cx="2112116" cy="98064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r>
              <a:rPr lang="en-GB" sz="1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Send your project idea to a KU Lighthouse or Research Support Office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606286F-B950-99B6-24A3-E05B43D28141}"/>
              </a:ext>
            </a:extLst>
          </p:cNvPr>
          <p:cNvSpPr txBox="1">
            <a:spLocks/>
          </p:cNvSpPr>
          <p:nvPr/>
        </p:nvSpPr>
        <p:spPr>
          <a:xfrm>
            <a:off x="3787614" y="5111970"/>
            <a:ext cx="2434765" cy="13652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r>
              <a:rPr lang="en-GB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Dialog between you and appointed the Innovation Advisor/Research Support staff via meetings, teams &amp; telephone calls</a:t>
            </a:r>
          </a:p>
          <a:p>
            <a:r>
              <a:rPr lang="en-GB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endParaRPr lang="en-GB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6F94D6-7843-DE09-C16F-C5BC7EBF6EDC}"/>
              </a:ext>
            </a:extLst>
          </p:cNvPr>
          <p:cNvSpPr txBox="1">
            <a:spLocks/>
          </p:cNvSpPr>
          <p:nvPr/>
        </p:nvSpPr>
        <p:spPr>
          <a:xfrm>
            <a:off x="7083779" y="5111970"/>
            <a:ext cx="2091482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r>
              <a:rPr lang="en-GB" sz="1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Feedback on written text and application to help you move forward</a:t>
            </a:r>
          </a:p>
          <a:p>
            <a:endParaRPr lang="en-GB" sz="1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D587FF1-57E6-436B-62BB-AA40049B14A1}"/>
              </a:ext>
            </a:extLst>
          </p:cNvPr>
          <p:cNvSpPr txBox="1">
            <a:spLocks/>
          </p:cNvSpPr>
          <p:nvPr/>
        </p:nvSpPr>
        <p:spPr>
          <a:xfrm>
            <a:off x="9740373" y="5094459"/>
            <a:ext cx="1771689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r>
              <a:rPr lang="en-GB" sz="1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Send in application when ready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16D2C34-707B-A533-1D58-9A468452B7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4340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414FF22-AAC1-515E-9D19-3961EA67AF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3417770"/>
              </p:ext>
            </p:extLst>
          </p:nvPr>
        </p:nvGraphicFramePr>
        <p:xfrm>
          <a:off x="1084318" y="-298852"/>
          <a:ext cx="9404864" cy="7193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2C61A01C-E30A-8164-7F81-BC9054AFB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16" y="473749"/>
            <a:ext cx="7950643" cy="618429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GB" dirty="0"/>
              <a:t>Readiness Levels </a:t>
            </a:r>
            <a:endParaRPr lang="en-GB" b="1" dirty="0"/>
          </a:p>
        </p:txBody>
      </p:sp>
      <p:sp>
        <p:nvSpPr>
          <p:cNvPr id="1906" name="TextBox 1905">
            <a:extLst>
              <a:ext uri="{FF2B5EF4-FFF2-40B4-BE49-F238E27FC236}">
                <a16:creationId xmlns:a16="http://schemas.microsoft.com/office/drawing/2014/main" id="{32E203D1-420B-CFB2-FBDD-FA17C4FF85E6}"/>
              </a:ext>
            </a:extLst>
          </p:cNvPr>
          <p:cNvSpPr txBox="1"/>
          <p:nvPr/>
        </p:nvSpPr>
        <p:spPr>
          <a:xfrm>
            <a:off x="1995840" y="2304510"/>
            <a:ext cx="304525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Basic research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Concept formulation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Proof of concept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07" name="TextBox 1906">
            <a:extLst>
              <a:ext uri="{FF2B5EF4-FFF2-40B4-BE49-F238E27FC236}">
                <a16:creationId xmlns:a16="http://schemas.microsoft.com/office/drawing/2014/main" id="{FF091DA4-F81C-3A20-8A18-7B53F2175DDB}"/>
              </a:ext>
            </a:extLst>
          </p:cNvPr>
          <p:cNvSpPr txBox="1"/>
          <p:nvPr/>
        </p:nvSpPr>
        <p:spPr>
          <a:xfrm>
            <a:off x="4748650" y="2311374"/>
            <a:ext cx="314136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Laboratory testing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Prototype development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Validation in relevant environment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8A21E2AC-4E23-F0C9-D0B4-66A4216C97D7}"/>
              </a:ext>
            </a:extLst>
          </p:cNvPr>
          <p:cNvSpPr txBox="1"/>
          <p:nvPr/>
        </p:nvSpPr>
        <p:spPr>
          <a:xfrm>
            <a:off x="6753944" y="2345926"/>
            <a:ext cx="487130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System prototype demonstration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System proven in an operational environment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Successful deployment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DD4A80E9-631E-7F9E-F9AD-8A761035BAA4}"/>
              </a:ext>
            </a:extLst>
          </p:cNvPr>
          <p:cNvSpPr txBox="1"/>
          <p:nvPr/>
        </p:nvSpPr>
        <p:spPr>
          <a:xfrm>
            <a:off x="2037029" y="3519592"/>
            <a:ext cx="295600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Early-stage research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Preliminary testing of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technical and social solutions</a:t>
            </a:r>
          </a:p>
        </p:txBody>
      </p:sp>
      <p:sp>
        <p:nvSpPr>
          <p:cNvPr id="2138" name="TextBox 2137">
            <a:extLst>
              <a:ext uri="{FF2B5EF4-FFF2-40B4-BE49-F238E27FC236}">
                <a16:creationId xmlns:a16="http://schemas.microsoft.com/office/drawing/2014/main" id="{AB468027-D3E5-AC8C-35F0-630D944332AC}"/>
              </a:ext>
            </a:extLst>
          </p:cNvPr>
          <p:cNvSpPr txBox="1"/>
          <p:nvPr/>
        </p:nvSpPr>
        <p:spPr>
          <a:xfrm>
            <a:off x="4913408" y="3519591"/>
            <a:ext cx="286676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Demonstration of the technology in a relevant setting, addressing potential societal concerns </a:t>
            </a:r>
          </a:p>
        </p:txBody>
      </p:sp>
      <p:sp>
        <p:nvSpPr>
          <p:cNvPr id="2139" name="TextBox 2138">
            <a:extLst>
              <a:ext uri="{FF2B5EF4-FFF2-40B4-BE49-F238E27FC236}">
                <a16:creationId xmlns:a16="http://schemas.microsoft.com/office/drawing/2014/main" id="{8FD0016A-063E-9711-3EC4-D91A949F8D2E}"/>
              </a:ext>
            </a:extLst>
          </p:cNvPr>
          <p:cNvSpPr txBox="1"/>
          <p:nvPr/>
        </p:nvSpPr>
        <p:spPr>
          <a:xfrm>
            <a:off x="7659353" y="3519591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Large-scale implementation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Widespread adoption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Positive societal impact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49" name="TextBox 3548">
            <a:extLst>
              <a:ext uri="{FF2B5EF4-FFF2-40B4-BE49-F238E27FC236}">
                <a16:creationId xmlns:a16="http://schemas.microsoft.com/office/drawing/2014/main" id="{B27BEE3A-1EB3-67AC-BF18-9671C29A2944}"/>
              </a:ext>
            </a:extLst>
          </p:cNvPr>
          <p:cNvSpPr txBox="1"/>
          <p:nvPr/>
        </p:nvSpPr>
        <p:spPr>
          <a:xfrm>
            <a:off x="2941820" y="1568596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Research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551" name="TextBox 3550">
            <a:extLst>
              <a:ext uri="{FF2B5EF4-FFF2-40B4-BE49-F238E27FC236}">
                <a16:creationId xmlns:a16="http://schemas.microsoft.com/office/drawing/2014/main" id="{8717D1FB-01AD-9D60-E1E3-E2683F1C5FEE}"/>
              </a:ext>
            </a:extLst>
          </p:cNvPr>
          <p:cNvSpPr txBox="1"/>
          <p:nvPr/>
        </p:nvSpPr>
        <p:spPr>
          <a:xfrm>
            <a:off x="5646577" y="1568596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Development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552" name="TextBox 3551">
            <a:extLst>
              <a:ext uri="{FF2B5EF4-FFF2-40B4-BE49-F238E27FC236}">
                <a16:creationId xmlns:a16="http://schemas.microsoft.com/office/drawing/2014/main" id="{39F0FD7D-F6F4-5781-9443-B46FF05DD296}"/>
              </a:ext>
            </a:extLst>
          </p:cNvPr>
          <p:cNvSpPr txBox="1"/>
          <p:nvPr/>
        </p:nvSpPr>
        <p:spPr>
          <a:xfrm>
            <a:off x="8371928" y="1568596"/>
            <a:ext cx="1301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Deployment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410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28F4-D7C2-4F55-D8CF-22519675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167" y="628851"/>
            <a:ext cx="10623552" cy="865188"/>
          </a:xfrm>
        </p:spPr>
        <p:txBody>
          <a:bodyPr/>
          <a:lstStyle/>
          <a:p>
            <a:r>
              <a:rPr lang="en-GB" dirty="0"/>
              <a:t>Explanation of levels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93CEA-9296-6881-143A-887B55EC0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167" y="1635125"/>
            <a:ext cx="5312833" cy="4668178"/>
          </a:xfrm>
          <a:ln>
            <a:solidFill>
              <a:schemeClr val="tx2"/>
            </a:solidFill>
          </a:ln>
        </p:spPr>
        <p:txBody>
          <a:bodyPr/>
          <a:lstStyle/>
          <a:p>
            <a:endParaRPr lang="en-US" sz="1200" b="1" dirty="0"/>
          </a:p>
          <a:p>
            <a:r>
              <a:rPr lang="en-US" sz="1200" b="1" dirty="0"/>
              <a:t>TRL – Technical Readiness Levels </a:t>
            </a:r>
          </a:p>
          <a:p>
            <a:endParaRPr lang="en-US" sz="1200" dirty="0"/>
          </a:p>
          <a:p>
            <a:r>
              <a:rPr lang="en-US" sz="1200" dirty="0"/>
              <a:t>TRL 1: Basic principles observed </a:t>
            </a:r>
          </a:p>
          <a:p>
            <a:r>
              <a:rPr lang="en-US" sz="1200" dirty="0"/>
              <a:t>TRL 2: Technology concept formulated </a:t>
            </a:r>
          </a:p>
          <a:p>
            <a:r>
              <a:rPr lang="en-US" sz="1200" dirty="0"/>
              <a:t>TRL 3: Experimental proof of concept  </a:t>
            </a:r>
          </a:p>
          <a:p>
            <a:r>
              <a:rPr lang="en-US" sz="1200" dirty="0"/>
              <a:t>TRL 4: Technology validated in lab </a:t>
            </a:r>
          </a:p>
          <a:p>
            <a:r>
              <a:rPr lang="en-US" sz="1200" dirty="0"/>
              <a:t>TRL 5: Technology validated in relevant environment  </a:t>
            </a:r>
          </a:p>
          <a:p>
            <a:r>
              <a:rPr lang="en-US" sz="1200" dirty="0"/>
              <a:t>TRL 6: Technology pilot demonstrated in relevant environment</a:t>
            </a:r>
          </a:p>
          <a:p>
            <a:r>
              <a:rPr lang="en-US" sz="1200" dirty="0"/>
              <a:t>TRL 7: System prototype demonstration in operational environment  </a:t>
            </a:r>
          </a:p>
          <a:p>
            <a:r>
              <a:rPr lang="en-US" sz="1200" dirty="0"/>
              <a:t>TRL 8: System complete and qualified </a:t>
            </a:r>
          </a:p>
          <a:p>
            <a:r>
              <a:rPr lang="en-US" sz="1200" dirty="0"/>
              <a:t>TRL 9: Actual system proven in operational environment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220FA2-7BC3-0DB5-F636-D8F35ADE2A30}"/>
              </a:ext>
            </a:extLst>
          </p:cNvPr>
          <p:cNvSpPr txBox="1">
            <a:spLocks/>
          </p:cNvSpPr>
          <p:nvPr/>
        </p:nvSpPr>
        <p:spPr>
          <a:xfrm>
            <a:off x="6096000" y="1635125"/>
            <a:ext cx="5312833" cy="466817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da-DK" sz="2400" b="0" i="0" kern="1200" baseline="0" dirty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lang="da-DK" sz="2000" b="0" i="0" kern="1200" dirty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lang="da-DK" sz="1800" b="0" i="0" kern="1200" dirty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b="1" dirty="0"/>
          </a:p>
          <a:p>
            <a:r>
              <a:rPr lang="en-US" sz="1200" b="1" dirty="0"/>
              <a:t>SRL – Societal Readiness Levels </a:t>
            </a:r>
          </a:p>
          <a:p>
            <a:endParaRPr lang="en-US" sz="1200" dirty="0"/>
          </a:p>
          <a:p>
            <a:r>
              <a:rPr lang="en-US" sz="1200" dirty="0"/>
              <a:t>SRL 1: Identifying problem </a:t>
            </a:r>
          </a:p>
          <a:p>
            <a:r>
              <a:rPr lang="en-US" sz="1200" dirty="0"/>
              <a:t>SRL 2: Formulation of problem, proposed solution(s) </a:t>
            </a:r>
          </a:p>
          <a:p>
            <a:r>
              <a:rPr lang="en-US" sz="1200" dirty="0"/>
              <a:t>SRL 3: Initial testing of proposed solution(s) together with relevant 	stakeholders </a:t>
            </a:r>
          </a:p>
          <a:p>
            <a:r>
              <a:rPr lang="en-US" sz="1200" dirty="0"/>
              <a:t>SRL 4: Problem validated through pilot testing in relevant environment </a:t>
            </a:r>
          </a:p>
          <a:p>
            <a:r>
              <a:rPr lang="en-US" sz="1200" dirty="0"/>
              <a:t>SRL 5: Proposed solution(s) validated</a:t>
            </a:r>
          </a:p>
          <a:p>
            <a:r>
              <a:rPr lang="en-US" sz="1200" dirty="0"/>
              <a:t>SRL 6: Solution(s) demonstrated in relevant environment</a:t>
            </a:r>
          </a:p>
          <a:p>
            <a:r>
              <a:rPr lang="en-US" sz="1200" dirty="0"/>
              <a:t>SRL 7: Refinement of project and/or solution</a:t>
            </a:r>
          </a:p>
          <a:p>
            <a:r>
              <a:rPr lang="en-US" sz="1200" dirty="0"/>
              <a:t>SRL 8: Proposed solution(s) and plan for societal adaptation complete</a:t>
            </a:r>
          </a:p>
          <a:p>
            <a:r>
              <a:rPr lang="en-US" sz="1200" dirty="0"/>
              <a:t>SRL 9: Actual project solution(s) proven in relevant environment 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8380413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99468-ECFE-5B4E-FFDF-1A3A43B3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FE287-CCAC-46A9-074A-933E9DD5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Explanation of levels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C8D36-1E06-74CA-7502-AA28A646F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167" y="1635125"/>
            <a:ext cx="5312833" cy="4668178"/>
          </a:xfrm>
          <a:ln>
            <a:solidFill>
              <a:schemeClr val="tx2"/>
            </a:solidFill>
          </a:ln>
        </p:spPr>
        <p:txBody>
          <a:bodyPr/>
          <a:lstStyle/>
          <a:p>
            <a:endParaRPr lang="en-US" sz="1200" b="1" dirty="0"/>
          </a:p>
          <a:p>
            <a:r>
              <a:rPr lang="en-US" sz="1200" b="1" dirty="0"/>
              <a:t>IRL - Innovation Readiness Levels</a:t>
            </a:r>
          </a:p>
          <a:p>
            <a:pPr fontAlgn="base"/>
            <a:r>
              <a:rPr lang="da-DK" sz="1200" dirty="0" err="1"/>
              <a:t>There</a:t>
            </a:r>
            <a:r>
              <a:rPr lang="da-DK" sz="1200" dirty="0"/>
              <a:t> are six Innovation Readiness Levels:</a:t>
            </a:r>
          </a:p>
          <a:p>
            <a:pPr fontAlgn="base"/>
            <a:r>
              <a:rPr lang="da-DK" sz="1200" b="1" dirty="0"/>
              <a:t>Customer Readiness Level – CRL</a:t>
            </a:r>
            <a:r>
              <a:rPr lang="da-DK" sz="1200" dirty="0"/>
              <a:t> – confirm customer need and interest</a:t>
            </a:r>
          </a:p>
          <a:p>
            <a:pPr fontAlgn="base"/>
            <a:r>
              <a:rPr lang="da-DK" sz="1200" b="1" dirty="0"/>
              <a:t>Technology Readiness Level – TRL –</a:t>
            </a:r>
            <a:r>
              <a:rPr lang="da-DK" sz="1200" dirty="0"/>
              <a:t> develop and test the technology, product, service, or concept</a:t>
            </a:r>
          </a:p>
          <a:p>
            <a:pPr fontAlgn="base"/>
            <a:r>
              <a:rPr lang="da-DK" sz="1200" b="1" dirty="0"/>
              <a:t>Business Model Readiness Level – BRL</a:t>
            </a:r>
            <a:r>
              <a:rPr lang="da-DK" sz="1200" dirty="0"/>
              <a:t> – establish that the concept can be financially, environmentally, and socially viable and feasible</a:t>
            </a:r>
          </a:p>
          <a:p>
            <a:pPr fontAlgn="base"/>
            <a:r>
              <a:rPr lang="da-DK" sz="1200" b="1" dirty="0"/>
              <a:t>IPR Readiness Level – IPRL</a:t>
            </a:r>
            <a:r>
              <a:rPr lang="da-DK" sz="1200" dirty="0"/>
              <a:t> – clarify the legal and IP situation and secure relevant IP protection</a:t>
            </a:r>
          </a:p>
          <a:p>
            <a:pPr fontAlgn="base"/>
            <a:r>
              <a:rPr lang="da-DK" sz="1200" b="1" dirty="0"/>
              <a:t>Team Readiness Level – TMRL</a:t>
            </a:r>
            <a:r>
              <a:rPr lang="da-DK" sz="1200" dirty="0"/>
              <a:t> – secure the right competencies and align the team</a:t>
            </a:r>
          </a:p>
          <a:p>
            <a:pPr fontAlgn="base"/>
            <a:r>
              <a:rPr lang="da-DK" sz="1200" b="1" dirty="0"/>
              <a:t>Funding Readiness Level – FRL</a:t>
            </a:r>
            <a:r>
              <a:rPr lang="da-DK" sz="1200" dirty="0"/>
              <a:t> – secure the necessary funding to take the idea to the </a:t>
            </a:r>
            <a:r>
              <a:rPr lang="da-DK" sz="1200" dirty="0" err="1"/>
              <a:t>marketM</a:t>
            </a:r>
            <a:endParaRPr lang="da-DK" sz="1200" dirty="0"/>
          </a:p>
          <a:p>
            <a:pPr fontAlgn="base"/>
            <a:endParaRPr lang="da-DK" sz="1200" dirty="0"/>
          </a:p>
          <a:p>
            <a:pPr fontAlgn="base"/>
            <a:r>
              <a:rPr lang="da-DK" sz="1200" dirty="0"/>
              <a:t>IRL 1-3: </a:t>
            </a:r>
            <a:r>
              <a:rPr lang="da-DK" sz="1200" dirty="0" err="1"/>
              <a:t>Principles</a:t>
            </a:r>
            <a:r>
              <a:rPr lang="da-DK" sz="1200" dirty="0"/>
              <a:t>, </a:t>
            </a:r>
            <a:r>
              <a:rPr lang="da-DK" sz="1200" dirty="0" err="1"/>
              <a:t>concepts</a:t>
            </a:r>
            <a:r>
              <a:rPr lang="da-DK" sz="1200" dirty="0"/>
              <a:t> and </a:t>
            </a:r>
            <a:r>
              <a:rPr lang="da-DK" sz="1200" dirty="0" err="1"/>
              <a:t>identifying</a:t>
            </a:r>
            <a:r>
              <a:rPr lang="da-DK" sz="1200" dirty="0"/>
              <a:t> problem</a:t>
            </a:r>
          </a:p>
          <a:p>
            <a:pPr fontAlgn="base"/>
            <a:r>
              <a:rPr lang="da-DK" sz="1200" dirty="0"/>
              <a:t>IRL 3-6: </a:t>
            </a:r>
            <a:r>
              <a:rPr lang="da-DK" sz="1200" dirty="0" err="1"/>
              <a:t>Testing</a:t>
            </a:r>
            <a:r>
              <a:rPr lang="da-DK" sz="1200" dirty="0"/>
              <a:t>, </a:t>
            </a:r>
            <a:r>
              <a:rPr lang="da-DK" sz="1200" dirty="0" err="1"/>
              <a:t>calculating</a:t>
            </a:r>
            <a:r>
              <a:rPr lang="da-DK" sz="1200" dirty="0"/>
              <a:t> and </a:t>
            </a:r>
            <a:r>
              <a:rPr lang="da-DK" sz="1200" dirty="0" err="1"/>
              <a:t>validating</a:t>
            </a:r>
            <a:r>
              <a:rPr lang="da-DK" sz="1200" dirty="0"/>
              <a:t> </a:t>
            </a:r>
            <a:r>
              <a:rPr lang="da-DK" sz="1200" dirty="0" err="1"/>
              <a:t>concept</a:t>
            </a:r>
            <a:r>
              <a:rPr lang="da-DK" sz="1200" dirty="0"/>
              <a:t> </a:t>
            </a:r>
          </a:p>
          <a:p>
            <a:pPr fontAlgn="base"/>
            <a:r>
              <a:rPr lang="da-DK" sz="1200" dirty="0"/>
              <a:t>IRL 7-9: Demonstration, adaptation and </a:t>
            </a:r>
            <a:r>
              <a:rPr lang="da-DK" sz="1200" dirty="0" err="1"/>
              <a:t>completion</a:t>
            </a:r>
            <a:r>
              <a:rPr lang="da-DK" sz="1200" dirty="0"/>
              <a:t> </a:t>
            </a:r>
          </a:p>
          <a:p>
            <a:pPr fontAlgn="t">
              <a:lnSpc>
                <a:spcPts val="1500"/>
              </a:lnSpc>
            </a:pPr>
            <a:endParaRPr lang="en-US" sz="1200" b="1" dirty="0">
              <a:latin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E16AA7-51F4-BB45-38FF-DEE1010BF022}"/>
              </a:ext>
            </a:extLst>
          </p:cNvPr>
          <p:cNvSpPr txBox="1">
            <a:spLocks/>
          </p:cNvSpPr>
          <p:nvPr/>
        </p:nvSpPr>
        <p:spPr>
          <a:xfrm>
            <a:off x="6096000" y="1635125"/>
            <a:ext cx="5312833" cy="466817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da-DK" sz="2400" b="0" i="0" kern="1200" baseline="0" dirty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lang="da-DK" sz="2000" b="0" i="0" kern="1200" dirty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lang="da-DK" sz="1800" b="0" i="0" kern="1200" dirty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1200" b="1" dirty="0"/>
          </a:p>
          <a:p>
            <a:pPr algn="ctr"/>
            <a:r>
              <a:rPr lang="da-DK" sz="1200" b="1" dirty="0"/>
              <a:t>Technical Innovation Readiness Levels (TRL) </a:t>
            </a:r>
            <a:r>
              <a:rPr lang="da-DK" sz="1200" dirty="0" err="1"/>
              <a:t>defined</a:t>
            </a:r>
            <a:r>
              <a:rPr lang="da-DK" sz="1200" dirty="0"/>
              <a:t> </a:t>
            </a:r>
            <a:r>
              <a:rPr lang="da-DK" sz="1200" dirty="0" err="1"/>
              <a:t>according</a:t>
            </a:r>
            <a:r>
              <a:rPr lang="da-DK" sz="1200" dirty="0"/>
              <a:t> to Innovation Fund Denmark: </a:t>
            </a:r>
            <a:r>
              <a:rPr lang="da-DK" sz="1200" dirty="0">
                <a:hlinkClick r:id="rId3"/>
              </a:rPr>
              <a:t>technology_readiness_levels_-_trl.pdf</a:t>
            </a:r>
            <a:endParaRPr lang="da-DK" sz="1200" dirty="0"/>
          </a:p>
          <a:p>
            <a:pPr algn="ctr"/>
            <a:endParaRPr lang="da-DK" sz="1200" b="1" dirty="0"/>
          </a:p>
          <a:p>
            <a:pPr algn="ctr"/>
            <a:r>
              <a:rPr lang="da-DK" sz="1200" b="1" dirty="0" err="1"/>
              <a:t>Societal</a:t>
            </a:r>
            <a:r>
              <a:rPr lang="da-DK" sz="1200" b="1" dirty="0"/>
              <a:t> Readiness Levels (SRL) </a:t>
            </a:r>
            <a:r>
              <a:rPr lang="da-DK" sz="1200" b="1" dirty="0" err="1"/>
              <a:t>defined</a:t>
            </a:r>
            <a:r>
              <a:rPr lang="da-DK" sz="1200" b="1" dirty="0"/>
              <a:t> </a:t>
            </a:r>
            <a:r>
              <a:rPr lang="da-DK" sz="1200" dirty="0" err="1"/>
              <a:t>according</a:t>
            </a:r>
            <a:r>
              <a:rPr lang="da-DK" sz="1200" dirty="0"/>
              <a:t> to Innovation Fund  Denmark: </a:t>
            </a:r>
            <a:r>
              <a:rPr lang="da-DK" sz="1200" dirty="0">
                <a:hlinkClick r:id="rId4"/>
              </a:rPr>
              <a:t>Microsoft Word - </a:t>
            </a:r>
            <a:r>
              <a:rPr lang="da-DK" sz="1200" dirty="0" err="1">
                <a:hlinkClick r:id="rId4"/>
              </a:rPr>
              <a:t>Societal</a:t>
            </a:r>
            <a:r>
              <a:rPr lang="da-DK" sz="1200" dirty="0">
                <a:hlinkClick r:id="rId4"/>
              </a:rPr>
              <a:t> </a:t>
            </a:r>
            <a:r>
              <a:rPr lang="da-DK" sz="1200" dirty="0" err="1">
                <a:hlinkClick r:id="rId4"/>
              </a:rPr>
              <a:t>readiness</a:t>
            </a:r>
            <a:r>
              <a:rPr lang="da-DK" sz="1200" dirty="0">
                <a:hlinkClick r:id="rId4"/>
              </a:rPr>
              <a:t> </a:t>
            </a:r>
            <a:r>
              <a:rPr lang="da-DK" sz="1200" dirty="0" err="1">
                <a:hlinkClick r:id="rId4"/>
              </a:rPr>
              <a:t>levels</a:t>
            </a:r>
            <a:r>
              <a:rPr lang="da-DK" sz="1200" dirty="0">
                <a:hlinkClick r:id="rId4"/>
              </a:rPr>
              <a:t> - SRL.docx</a:t>
            </a:r>
            <a:endParaRPr lang="da-DK" sz="1200" dirty="0"/>
          </a:p>
          <a:p>
            <a:pPr algn="ctr"/>
            <a:endParaRPr lang="en-GB" sz="1200" b="1" dirty="0"/>
          </a:p>
          <a:p>
            <a:pPr algn="ctr"/>
            <a:r>
              <a:rPr lang="en-GB" sz="1200" b="1" dirty="0"/>
              <a:t>Innovation Readiness Levels (IRL) defined </a:t>
            </a:r>
            <a:r>
              <a:rPr lang="en-GB" sz="1200" dirty="0"/>
              <a:t>according to </a:t>
            </a:r>
            <a:r>
              <a:rPr lang="en-US" sz="1200" dirty="0"/>
              <a:t>KTH Royal Institute of Technology, Stockholm:</a:t>
            </a:r>
            <a:r>
              <a:rPr lang="en-GB" sz="1200" dirty="0"/>
              <a:t> </a:t>
            </a:r>
            <a:r>
              <a:rPr lang="da-DK" sz="1200" dirty="0">
                <a:hlinkClick r:id="rId5"/>
              </a:rPr>
              <a:t>KTH Innovation Readiness Level™ – A </a:t>
            </a:r>
            <a:r>
              <a:rPr lang="da-DK" sz="1200" dirty="0" err="1">
                <a:hlinkClick r:id="rId5"/>
              </a:rPr>
              <a:t>method</a:t>
            </a:r>
            <a:r>
              <a:rPr lang="da-DK" sz="1200" dirty="0">
                <a:hlinkClick r:id="rId5"/>
              </a:rPr>
              <a:t>, </a:t>
            </a:r>
            <a:r>
              <a:rPr lang="da-DK" sz="1200" dirty="0" err="1">
                <a:hlinkClick r:id="rId5"/>
              </a:rPr>
              <a:t>visual</a:t>
            </a:r>
            <a:r>
              <a:rPr lang="da-DK" sz="1200" dirty="0">
                <a:hlinkClick r:id="rId5"/>
              </a:rPr>
              <a:t> </a:t>
            </a:r>
            <a:r>
              <a:rPr lang="da-DK" sz="1200" dirty="0" err="1">
                <a:hlinkClick r:id="rId5"/>
              </a:rPr>
              <a:t>tool</a:t>
            </a:r>
            <a:r>
              <a:rPr lang="da-DK" sz="1200" dirty="0">
                <a:hlinkClick r:id="rId5"/>
              </a:rPr>
              <a:t>, and </a:t>
            </a:r>
            <a:r>
              <a:rPr lang="da-DK" sz="1200" dirty="0" err="1">
                <a:hlinkClick r:id="rId5"/>
              </a:rPr>
              <a:t>resource</a:t>
            </a:r>
            <a:r>
              <a:rPr lang="da-DK" sz="1200" dirty="0">
                <a:hlinkClick r:id="rId5"/>
              </a:rPr>
              <a:t> </a:t>
            </a:r>
            <a:r>
              <a:rPr lang="da-DK" sz="1200" dirty="0" err="1">
                <a:hlinkClick r:id="rId5"/>
              </a:rPr>
              <a:t>library</a:t>
            </a:r>
            <a:r>
              <a:rPr lang="da-DK" sz="1200" dirty="0">
                <a:hlinkClick r:id="rId5"/>
              </a:rPr>
              <a:t> </a:t>
            </a:r>
            <a:r>
              <a:rPr lang="da-DK" sz="1200" dirty="0" err="1">
                <a:hlinkClick r:id="rId5"/>
              </a:rPr>
              <a:t>guiding</a:t>
            </a:r>
            <a:r>
              <a:rPr lang="da-DK" sz="1200" dirty="0">
                <a:hlinkClick r:id="rId5"/>
              </a:rPr>
              <a:t> the </a:t>
            </a:r>
            <a:r>
              <a:rPr lang="da-DK" sz="1200" dirty="0" err="1">
                <a:hlinkClick r:id="rId5"/>
              </a:rPr>
              <a:t>development</a:t>
            </a:r>
            <a:r>
              <a:rPr lang="da-DK" sz="1200" dirty="0">
                <a:hlinkClick r:id="rId5"/>
              </a:rPr>
              <a:t> from </a:t>
            </a:r>
            <a:r>
              <a:rPr lang="da-DK" sz="1200" dirty="0" err="1">
                <a:hlinkClick r:id="rId5"/>
              </a:rPr>
              <a:t>early</a:t>
            </a:r>
            <a:r>
              <a:rPr lang="da-DK" sz="1200" dirty="0">
                <a:hlinkClick r:id="rId5"/>
              </a:rPr>
              <a:t> stage </a:t>
            </a:r>
            <a:r>
              <a:rPr lang="da-DK" sz="1200" dirty="0" err="1">
                <a:hlinkClick r:id="rId5"/>
              </a:rPr>
              <a:t>idea</a:t>
            </a:r>
            <a:r>
              <a:rPr lang="da-DK" sz="1200" dirty="0">
                <a:hlinkClick r:id="rId5"/>
              </a:rPr>
              <a:t> to innovation on the </a:t>
            </a:r>
            <a:r>
              <a:rPr lang="da-DK" sz="1200" dirty="0" err="1">
                <a:hlinkClick r:id="rId5"/>
              </a:rPr>
              <a:t>market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2774838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F068D0-09D9-E178-75AD-69746612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4D207-EF6F-B22F-290B-1DA224EAEF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9000" dirty="0"/>
              <a:t>Structured programmes managed by Pre-award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C6D8F-1473-24EF-7118-79062A7BDD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91F34-E064-84E0-5E19-7AC713ED2A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1681E7-9D48-EF15-B271-C4D7EA65F3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31073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E263-6D02-B0BD-3769-5650D280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196" y="144576"/>
            <a:ext cx="4813823" cy="1378724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265317"/>
                </a:solidFill>
              </a:rPr>
              <a:t>funding instruments overview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3A3522-8FD7-D596-F1E1-585BE6564220}"/>
              </a:ext>
            </a:extLst>
          </p:cNvPr>
          <p:cNvSpPr/>
          <p:nvPr/>
        </p:nvSpPr>
        <p:spPr>
          <a:xfrm>
            <a:off x="808121" y="1601215"/>
            <a:ext cx="3238500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Large Collaborative Grants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391BF6-95F5-793B-D0DA-F1FDF92293D0}"/>
              </a:ext>
            </a:extLst>
          </p:cNvPr>
          <p:cNvSpPr/>
          <p:nvPr/>
        </p:nvSpPr>
        <p:spPr>
          <a:xfrm>
            <a:off x="838200" y="3339301"/>
            <a:ext cx="3238500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Research Career programs</a:t>
            </a:r>
          </a:p>
        </p:txBody>
      </p:sp>
      <p:pic>
        <p:nvPicPr>
          <p:cNvPr id="2050" name="Picture 2" descr="Innovationsfonden får ny visuel ...">
            <a:extLst>
              <a:ext uri="{FF2B5EF4-FFF2-40B4-BE49-F238E27FC236}">
                <a16:creationId xmlns:a16="http://schemas.microsoft.com/office/drawing/2014/main" id="{BEB11F2E-952E-AFE4-200C-95FCFC8E6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1" t="16814" r="3052" b="18584"/>
          <a:stretch>
            <a:fillRect/>
          </a:stretch>
        </p:blipFill>
        <p:spPr bwMode="auto">
          <a:xfrm>
            <a:off x="1078660" y="329480"/>
            <a:ext cx="2731978" cy="1009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B6EF47-E797-ABD5-F2E1-785D669DE8DD}"/>
              </a:ext>
            </a:extLst>
          </p:cNvPr>
          <p:cNvSpPr/>
          <p:nvPr/>
        </p:nvSpPr>
        <p:spPr>
          <a:xfrm>
            <a:off x="5788526" y="1381819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Grand Solution program*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3DD0A4-20B6-F134-639F-AB2867A45FD8}"/>
              </a:ext>
            </a:extLst>
          </p:cNvPr>
          <p:cNvSpPr/>
          <p:nvPr/>
        </p:nvSpPr>
        <p:spPr>
          <a:xfrm>
            <a:off x="5788526" y="2211459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Innomissions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DEA9C8-6946-62B4-D682-94D851BEE194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046621" y="1684787"/>
            <a:ext cx="1741905" cy="373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6E3E3B-085B-4A84-DAB0-0EC2DC920EF9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4046621" y="2058415"/>
            <a:ext cx="1741905" cy="456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4DAED80-1A88-7D11-7384-F4D5914318C5}"/>
              </a:ext>
            </a:extLst>
          </p:cNvPr>
          <p:cNvSpPr/>
          <p:nvPr/>
        </p:nvSpPr>
        <p:spPr>
          <a:xfrm>
            <a:off x="5791714" y="3493534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Industrial Researcher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(PhD or Postdoc)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0DF598-C2C8-55EA-C679-79B4C4B7755F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4076700" y="3796501"/>
            <a:ext cx="1715014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431C13-122D-8526-8601-8C50B72927E6}"/>
              </a:ext>
            </a:extLst>
          </p:cNvPr>
          <p:cNvSpPr/>
          <p:nvPr/>
        </p:nvSpPr>
        <p:spPr>
          <a:xfrm>
            <a:off x="838199" y="4541122"/>
            <a:ext cx="3238500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Multinational Collaboration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37AFB11-E87B-453D-B53A-7CD33F71B6B1}"/>
              </a:ext>
            </a:extLst>
          </p:cNvPr>
          <p:cNvSpPr/>
          <p:nvPr/>
        </p:nvSpPr>
        <p:spPr>
          <a:xfrm>
            <a:off x="5791714" y="4686665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International Collaboration Programs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103D20-D463-FE2B-0700-CCEB668FC9DB}"/>
              </a:ext>
            </a:extLst>
          </p:cNvPr>
          <p:cNvCxnSpPr>
            <a:cxnSpLocks/>
          </p:cNvCxnSpPr>
          <p:nvPr/>
        </p:nvCxnSpPr>
        <p:spPr>
          <a:xfrm>
            <a:off x="4076700" y="4989633"/>
            <a:ext cx="17150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7818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387087-507A-1741-1144-E07AEE8D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DF9E-A593-317B-154F-4309CF809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570" y="158566"/>
            <a:ext cx="8047892" cy="1325563"/>
          </a:xfrm>
        </p:spPr>
        <p:txBody>
          <a:bodyPr>
            <a:normAutofit/>
          </a:bodyPr>
          <a:lstStyle/>
          <a:p>
            <a:r>
              <a:rPr lang="en-GB" sz="3200" dirty="0"/>
              <a:t>funding instruments overview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7136DD-90FF-C3E7-841A-D137A278E33B}"/>
              </a:ext>
            </a:extLst>
          </p:cNvPr>
          <p:cNvSpPr/>
          <p:nvPr/>
        </p:nvSpPr>
        <p:spPr>
          <a:xfrm>
            <a:off x="838200" y="1937104"/>
            <a:ext cx="3238500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Thematic calls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D20BAE-9B60-7222-7582-6B831F8051E8}"/>
              </a:ext>
            </a:extLst>
          </p:cNvPr>
          <p:cNvSpPr/>
          <p:nvPr/>
        </p:nvSpPr>
        <p:spPr>
          <a:xfrm>
            <a:off x="838200" y="3607738"/>
            <a:ext cx="3238500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Fundamental research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8C11D-2762-3F36-058E-838E5436D876}"/>
              </a:ext>
            </a:extLst>
          </p:cNvPr>
          <p:cNvSpPr/>
          <p:nvPr/>
        </p:nvSpPr>
        <p:spPr>
          <a:xfrm>
            <a:off x="838200" y="5079839"/>
            <a:ext cx="3238500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Research Career programs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4A6ED6-19B3-1900-4AE2-1A7E7F6E0709}"/>
              </a:ext>
            </a:extLst>
          </p:cNvPr>
          <p:cNvSpPr/>
          <p:nvPr/>
        </p:nvSpPr>
        <p:spPr>
          <a:xfrm>
            <a:off x="5778500" y="1372538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Green Research*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41B61F-09D7-1908-380E-CE32207FD59D}"/>
              </a:ext>
            </a:extLst>
          </p:cNvPr>
          <p:cNvSpPr/>
          <p:nvPr/>
        </p:nvSpPr>
        <p:spPr>
          <a:xfrm>
            <a:off x="5778499" y="2132706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Arctic Research*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92E947-98C1-A809-3D5C-99B187FD81A2}"/>
              </a:ext>
            </a:extLst>
          </p:cNvPr>
          <p:cNvCxnSpPr>
            <a:cxnSpLocks/>
          </p:cNvCxnSpPr>
          <p:nvPr/>
        </p:nvCxnSpPr>
        <p:spPr>
          <a:xfrm flipV="1">
            <a:off x="4076700" y="1675506"/>
            <a:ext cx="1701800" cy="7119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89D143-47A9-5042-5252-24CC16CB64BE}"/>
              </a:ext>
            </a:extLst>
          </p:cNvPr>
          <p:cNvCxnSpPr>
            <a:cxnSpLocks/>
          </p:cNvCxnSpPr>
          <p:nvPr/>
        </p:nvCxnSpPr>
        <p:spPr>
          <a:xfrm flipV="1">
            <a:off x="4062971" y="2401350"/>
            <a:ext cx="1715528" cy="27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71A11B-2A10-A7B0-1C6D-5537ACFC3787}"/>
              </a:ext>
            </a:extLst>
          </p:cNvPr>
          <p:cNvSpPr/>
          <p:nvPr/>
        </p:nvSpPr>
        <p:spPr>
          <a:xfrm>
            <a:off x="5804506" y="5987313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Sapere Aude grant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37A0A9-E823-97AC-4165-63622C9E481A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4085458" y="5572073"/>
            <a:ext cx="1692773" cy="674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Sapere Aude Information Meeting - Aalborg Universitet">
            <a:extLst>
              <a:ext uri="{FF2B5EF4-FFF2-40B4-BE49-F238E27FC236}">
                <a16:creationId xmlns:a16="http://schemas.microsoft.com/office/drawing/2014/main" id="{49C63F10-2C13-67E7-CBEA-233C60B01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39" y="158566"/>
            <a:ext cx="2962031" cy="161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9F1D7B-D30F-AF83-E2F4-113E0E606650}"/>
              </a:ext>
            </a:extLst>
          </p:cNvPr>
          <p:cNvSpPr/>
          <p:nvPr/>
        </p:nvSpPr>
        <p:spPr>
          <a:xfrm>
            <a:off x="5778499" y="3450575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DFF Project 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6B6EEA-071C-9F24-1B39-4212B1CA498D}"/>
              </a:ext>
            </a:extLst>
          </p:cNvPr>
          <p:cNvSpPr/>
          <p:nvPr/>
        </p:nvSpPr>
        <p:spPr>
          <a:xfrm>
            <a:off x="5778498" y="4219170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DFF Project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FD7D72-11D8-FEFC-7EFC-D86981AFC23A}"/>
              </a:ext>
            </a:extLst>
          </p:cNvPr>
          <p:cNvCxnSpPr>
            <a:cxnSpLocks/>
          </p:cNvCxnSpPr>
          <p:nvPr/>
        </p:nvCxnSpPr>
        <p:spPr>
          <a:xfrm flipV="1">
            <a:off x="4076700" y="3753543"/>
            <a:ext cx="1701799" cy="3113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32DB03-1C78-AE23-F203-DC0A55A24256}"/>
              </a:ext>
            </a:extLst>
          </p:cNvPr>
          <p:cNvCxnSpPr>
            <a:cxnSpLocks/>
          </p:cNvCxnSpPr>
          <p:nvPr/>
        </p:nvCxnSpPr>
        <p:spPr>
          <a:xfrm>
            <a:off x="4076700" y="4064938"/>
            <a:ext cx="1701798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C280B3-7AD7-E1C0-B226-C6EBC16D7C94}"/>
              </a:ext>
            </a:extLst>
          </p:cNvPr>
          <p:cNvSpPr/>
          <p:nvPr/>
        </p:nvSpPr>
        <p:spPr>
          <a:xfrm>
            <a:off x="5830781" y="5234071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Postdoc grant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4BA73D-BEAB-899A-58AD-8C36DAFF730A}"/>
              </a:ext>
            </a:extLst>
          </p:cNvPr>
          <p:cNvCxnSpPr>
            <a:cxnSpLocks/>
          </p:cNvCxnSpPr>
          <p:nvPr/>
        </p:nvCxnSpPr>
        <p:spPr>
          <a:xfrm>
            <a:off x="4094216" y="5572073"/>
            <a:ext cx="172780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6586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163EF5-F1F4-98B6-38A3-1310C33B6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E3FB-E588-949D-7452-6E026CA7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763" y="100936"/>
            <a:ext cx="8047892" cy="1325563"/>
          </a:xfrm>
        </p:spPr>
        <p:txBody>
          <a:bodyPr>
            <a:normAutofit/>
          </a:bodyPr>
          <a:lstStyle/>
          <a:p>
            <a:r>
              <a:rPr lang="en-GB" sz="3200" dirty="0"/>
              <a:t>Other funding sources for Green research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E73964-5719-582B-F1D2-CA2A66E026A1}"/>
              </a:ext>
            </a:extLst>
          </p:cNvPr>
          <p:cNvSpPr/>
          <p:nvPr/>
        </p:nvSpPr>
        <p:spPr>
          <a:xfrm>
            <a:off x="838200" y="1930239"/>
            <a:ext cx="3238500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GUDP/EUDP/MUDP/VUDP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05C32C-AEFA-1E72-B6BE-D415AACE9D49}"/>
              </a:ext>
            </a:extLst>
          </p:cNvPr>
          <p:cNvSpPr/>
          <p:nvPr/>
        </p:nvSpPr>
        <p:spPr>
          <a:xfrm>
            <a:off x="698679" y="4369738"/>
            <a:ext cx="3238500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Plantefonden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2D4697-133A-C5B8-1568-8E4F25F4CF66}"/>
              </a:ext>
            </a:extLst>
          </p:cNvPr>
          <p:cNvSpPr/>
          <p:nvPr/>
        </p:nvSpPr>
        <p:spPr>
          <a:xfrm>
            <a:off x="5778500" y="1372538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Ordinary calls (GUDP)*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9A2BAD-28CD-6728-D875-16AEF954676A}"/>
              </a:ext>
            </a:extLst>
          </p:cNvPr>
          <p:cNvSpPr/>
          <p:nvPr/>
        </p:nvSpPr>
        <p:spPr>
          <a:xfrm>
            <a:off x="5767767" y="2336621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Organic RDD (GUDP)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03FBA7-CDEB-A0BC-DAEA-ACFC0330A74A}"/>
              </a:ext>
            </a:extLst>
          </p:cNvPr>
          <p:cNvCxnSpPr>
            <a:cxnSpLocks/>
          </p:cNvCxnSpPr>
          <p:nvPr/>
        </p:nvCxnSpPr>
        <p:spPr>
          <a:xfrm flipV="1">
            <a:off x="4076700" y="1675506"/>
            <a:ext cx="1701800" cy="7119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55AA8E-F1AE-1238-21D9-3B8ACFED6C73}"/>
              </a:ext>
            </a:extLst>
          </p:cNvPr>
          <p:cNvCxnSpPr>
            <a:cxnSpLocks/>
          </p:cNvCxnSpPr>
          <p:nvPr/>
        </p:nvCxnSpPr>
        <p:spPr>
          <a:xfrm>
            <a:off x="4065968" y="2441100"/>
            <a:ext cx="1723263" cy="2306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4D38BB-2666-F844-0E7C-488FF2E22418}"/>
              </a:ext>
            </a:extLst>
          </p:cNvPr>
          <p:cNvSpPr/>
          <p:nvPr/>
        </p:nvSpPr>
        <p:spPr>
          <a:xfrm>
            <a:off x="5767767" y="4619504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Ordinary calls*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A1A92C-73E1-6E4C-D6DF-177AC3A3F89A}"/>
              </a:ext>
            </a:extLst>
          </p:cNvPr>
          <p:cNvCxnSpPr>
            <a:cxnSpLocks/>
          </p:cNvCxnSpPr>
          <p:nvPr/>
        </p:nvCxnSpPr>
        <p:spPr>
          <a:xfrm flipV="1">
            <a:off x="3977884" y="4870396"/>
            <a:ext cx="1790752" cy="8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E10EA14-E551-F18A-EA4C-216DFB73A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82" y="243760"/>
            <a:ext cx="1911172" cy="811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678072-A04A-191B-2E29-9337ABF47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296" y="243560"/>
            <a:ext cx="2645803" cy="70417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DF951B-169E-2285-3C13-8661C8A55006}"/>
              </a:ext>
            </a:extLst>
          </p:cNvPr>
          <p:cNvCxnSpPr>
            <a:cxnSpLocks/>
          </p:cNvCxnSpPr>
          <p:nvPr/>
        </p:nvCxnSpPr>
        <p:spPr>
          <a:xfrm>
            <a:off x="4087432" y="2462565"/>
            <a:ext cx="1658870" cy="11214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D1721F8-0E4C-626F-B739-50E44CC40229}"/>
              </a:ext>
            </a:extLst>
          </p:cNvPr>
          <p:cNvSpPr/>
          <p:nvPr/>
        </p:nvSpPr>
        <p:spPr>
          <a:xfrm>
            <a:off x="5767768" y="3336567"/>
            <a:ext cx="2962031" cy="60593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Bilateral/ International</a:t>
            </a:r>
          </a:p>
        </p:txBody>
      </p:sp>
    </p:spTree>
    <p:extLst>
      <p:ext uri="{BB962C8B-B14F-4D97-AF65-F5344CB8AC3E}">
        <p14:creationId xmlns:p14="http://schemas.microsoft.com/office/powerpoint/2010/main" val="27691324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9814F-4198-38B5-9045-387D50DD1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257DDC-BB48-2948-5F17-76A53C220D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GET IN TOUCH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EF0A2C8-6599-52E7-F6C7-98BA3D1544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1" y="2744287"/>
            <a:ext cx="1652575" cy="19944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0CAE55-8CDF-393A-B8F2-31EFCB36D91D}"/>
              </a:ext>
            </a:extLst>
          </p:cNvPr>
          <p:cNvSpPr txBox="1">
            <a:spLocks/>
          </p:cNvSpPr>
          <p:nvPr/>
        </p:nvSpPr>
        <p:spPr>
          <a:xfrm>
            <a:off x="8144939" y="3925633"/>
            <a:ext cx="3335861" cy="769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r>
              <a:rPr lang="en-GB" sz="24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LINKEDIN  </a:t>
            </a:r>
          </a:p>
          <a:p>
            <a:r>
              <a:rPr lang="da-DK" sz="1600" dirty="0">
                <a:hlinkClick r:id="rId4"/>
              </a:rPr>
              <a:t>(23) KU Lighthouse‎: Posts | LinkedIn</a:t>
            </a:r>
            <a:endParaRPr lang="en-GB" sz="16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F543A7F-2FC4-8784-A2C5-71BE999BA21E}"/>
              </a:ext>
            </a:extLst>
          </p:cNvPr>
          <p:cNvSpPr txBox="1">
            <a:spLocks/>
          </p:cNvSpPr>
          <p:nvPr/>
        </p:nvSpPr>
        <p:spPr>
          <a:xfrm>
            <a:off x="4470400" y="5385552"/>
            <a:ext cx="2714161" cy="6088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r>
              <a:rPr lang="en-GB" sz="2400" b="1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KUnet</a:t>
            </a:r>
            <a:endParaRPr lang="en-GB" sz="24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da-DK" sz="2000" dirty="0">
                <a:hlinkClick r:id="rId5"/>
              </a:rPr>
              <a:t>Innovation - </a:t>
            </a:r>
            <a:r>
              <a:rPr lang="da-DK" sz="2000" dirty="0" err="1">
                <a:hlinkClick r:id="rId5"/>
              </a:rPr>
              <a:t>KUnet</a:t>
            </a:r>
            <a:r>
              <a:rPr lang="en-GB" sz="1867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GB" sz="1867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da-DK" sz="2000" dirty="0">
                <a:hlinkClick r:id="rId7"/>
              </a:rPr>
              <a:t>Funding - </a:t>
            </a:r>
            <a:r>
              <a:rPr lang="da-DK" sz="2000" dirty="0" err="1">
                <a:hlinkClick r:id="rId7"/>
              </a:rPr>
              <a:t>KUnet</a:t>
            </a:r>
            <a:endParaRPr lang="en-GB" sz="20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98F574-5D3D-30D6-A85C-F3B6396E180B}"/>
              </a:ext>
            </a:extLst>
          </p:cNvPr>
          <p:cNvSpPr txBox="1">
            <a:spLocks/>
          </p:cNvSpPr>
          <p:nvPr/>
        </p:nvSpPr>
        <p:spPr>
          <a:xfrm>
            <a:off x="809447" y="5392281"/>
            <a:ext cx="3000553" cy="6088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r>
              <a:rPr lang="en-GB" sz="24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LIGHTHOUSE</a:t>
            </a:r>
          </a:p>
          <a:p>
            <a:r>
              <a:rPr lang="en-GB" sz="1867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lighthouse@ku.dk</a:t>
            </a:r>
            <a:r>
              <a:rPr lang="en-GB" sz="1867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ctr"/>
            <a:endParaRPr lang="en-GB" sz="20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02BF47-236D-6FAD-3C66-C952022B324C}"/>
              </a:ext>
            </a:extLst>
          </p:cNvPr>
          <p:cNvSpPr txBox="1">
            <a:spLocks/>
          </p:cNvSpPr>
          <p:nvPr/>
        </p:nvSpPr>
        <p:spPr>
          <a:xfrm>
            <a:off x="8144939" y="4964447"/>
            <a:ext cx="2626545" cy="6088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r>
              <a:rPr lang="en-GB" sz="24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INSTAGRAM </a:t>
            </a:r>
          </a:p>
          <a:p>
            <a:r>
              <a:rPr lang="da-DK" sz="2000" dirty="0">
                <a:hlinkClick r:id="rId9"/>
              </a:rPr>
              <a:t>KU Lighthouse (@kulighthouse) • Instagram-billeder og -videoer</a:t>
            </a:r>
            <a:endParaRPr lang="en-GB" sz="1867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endParaRPr lang="en-GB" sz="20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6F10DD6-7AB8-A307-E329-765D399A5C23}"/>
              </a:ext>
            </a:extLst>
          </p:cNvPr>
          <p:cNvSpPr txBox="1">
            <a:spLocks/>
          </p:cNvSpPr>
          <p:nvPr/>
        </p:nvSpPr>
        <p:spPr>
          <a:xfrm>
            <a:off x="4470400" y="3925633"/>
            <a:ext cx="2594153" cy="6088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r>
              <a:rPr lang="en-GB" sz="24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WEBPAGE </a:t>
            </a:r>
          </a:p>
          <a:p>
            <a:pPr algn="ctr"/>
            <a:r>
              <a:rPr lang="en-GB" sz="20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10"/>
              </a:rPr>
              <a:t>https://lighthouse.ku.dk/</a:t>
            </a:r>
            <a:endParaRPr lang="en-GB" sz="20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endParaRPr lang="en-GB" sz="20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715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D392-258F-1965-B33B-4DA38EEC0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44" y="263741"/>
            <a:ext cx="11384376" cy="863599"/>
          </a:xfrm>
        </p:spPr>
        <p:txBody>
          <a:bodyPr>
            <a:normAutofit/>
          </a:bodyPr>
          <a:lstStyle/>
          <a:p>
            <a:r>
              <a:rPr lang="en-GB">
                <a:latin typeface="Aptos"/>
              </a:rPr>
              <a:t> Research Funding Support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0DA9E-3372-D827-54F8-15EC8666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>
                <a:latin typeface="Aptos" panose="020B0004020202020204" pitchFamily="34" charset="0"/>
              </a:rPr>
              <a:t>04-08-2026</a:t>
            </a:fld>
            <a:endParaRPr lang="da-DK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38D55-7C94-9A4F-10D5-D3A01C847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>
                <a:latin typeface="Aptos" panose="020B0004020202020204" pitchFamily="34" charset="0"/>
              </a:rPr>
              <a:t>63</a:t>
            </a:fld>
            <a:endParaRPr lang="da-DK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843A72-59E4-F196-F49F-35E8B0174FD4}"/>
              </a:ext>
            </a:extLst>
          </p:cNvPr>
          <p:cNvSpPr txBox="1"/>
          <p:nvPr/>
        </p:nvSpPr>
        <p:spPr>
          <a:xfrm>
            <a:off x="5532495" y="2077798"/>
            <a:ext cx="6445576" cy="288367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457200" marR="0" indent="-4572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GB" sz="3200" b="1">
                <a:solidFill>
                  <a:schemeClr val="tx1"/>
                </a:solidFill>
                <a:latin typeface="Aptos" panose="020B0004020202020204" pitchFamily="34" charset="0"/>
              </a:rPr>
              <a:t>We are here </a:t>
            </a:r>
            <a:r>
              <a:rPr lang="en-GB" sz="3200" b="1">
                <a:latin typeface="Aptos" panose="020B0004020202020204" pitchFamily="34" charset="0"/>
              </a:rPr>
              <a:t>to help</a:t>
            </a:r>
          </a:p>
          <a:p>
            <a:pPr marL="457200" marR="0" indent="-4572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GB" sz="3200" b="1">
                <a:solidFill>
                  <a:schemeClr val="tx1"/>
                </a:solidFill>
                <a:latin typeface="Aptos" panose="020B0004020202020204" pitchFamily="34" charset="0"/>
              </a:rPr>
              <a:t>There is something for everyone</a:t>
            </a:r>
          </a:p>
          <a:p>
            <a:pPr marL="457200" marR="0" indent="-4572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GB" sz="3200" b="1">
                <a:solidFill>
                  <a:schemeClr val="tx1"/>
                </a:solidFill>
                <a:latin typeface="Aptos" panose="020B0004020202020204" pitchFamily="34" charset="0"/>
              </a:rPr>
              <a:t>We help at any stage – and the sooner, the better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79118-DC1A-C78C-F903-FDB8DBBBC8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458" y="4418174"/>
            <a:ext cx="1819112" cy="18191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1E0A8F-CC7B-BEF7-493C-0D327940D677}"/>
              </a:ext>
            </a:extLst>
          </p:cNvPr>
          <p:cNvSpPr txBox="1"/>
          <p:nvPr/>
        </p:nvSpPr>
        <p:spPr>
          <a:xfrm>
            <a:off x="532098" y="1564669"/>
            <a:ext cx="449492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/>
              <a:t>Contact:</a:t>
            </a:r>
          </a:p>
          <a:p>
            <a:r>
              <a:rPr lang="en-GB" sz="2400" dirty="0"/>
              <a:t>@ Frb+ Campus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  <a:hlinkClick r:id="rId4"/>
              </a:rPr>
              <a:t>forskningsfinansiering-frbplus@adm.ku.dk</a:t>
            </a:r>
            <a:r>
              <a:rPr lang="en-US" sz="2400" dirty="0">
                <a:ea typeface="+mn-lt"/>
                <a:cs typeface="+mn-lt"/>
              </a:rPr>
              <a:t> </a:t>
            </a:r>
            <a:endParaRPr lang="en-US" dirty="0"/>
          </a:p>
          <a:p>
            <a:endParaRPr lang="en-US" sz="2400" dirty="0"/>
          </a:p>
          <a:p>
            <a:r>
              <a:rPr lang="en-US" sz="2400" dirty="0"/>
              <a:t>​</a:t>
            </a:r>
            <a:r>
              <a:rPr lang="en-GB" sz="2400" dirty="0"/>
              <a:t>@ Nørre Campus</a:t>
            </a:r>
          </a:p>
          <a:p>
            <a:r>
              <a:rPr lang="en-US" sz="2400" u="sng" dirty="0">
                <a:solidFill>
                  <a:srgbClr val="2C6694"/>
                </a:solidFill>
                <a:latin typeface="Aptos"/>
                <a:ea typeface="Open Sans"/>
                <a:cs typeface="Open Sans"/>
                <a:hlinkClick r:id="rId5"/>
              </a:rPr>
              <a:t>forskningsfinansiering-noerre@adm.ku.dk</a:t>
            </a:r>
            <a:r>
              <a:rPr lang="en-US" sz="2400" dirty="0">
                <a:solidFill>
                  <a:srgbClr val="252525"/>
                </a:solidFill>
                <a:latin typeface="Aptos"/>
                <a:ea typeface="Open Sans"/>
                <a:cs typeface="Open Sans"/>
              </a:rPr>
              <a:t>  </a:t>
            </a:r>
            <a:endParaRPr lang="en-US" sz="2400" dirty="0">
              <a:latin typeface="Aptos"/>
            </a:endParaRPr>
          </a:p>
          <a:p>
            <a:endParaRPr lang="en-GB" sz="2400" dirty="0"/>
          </a:p>
          <a:p>
            <a:r>
              <a:rPr lang="en-GB" sz="2400" dirty="0"/>
              <a:t>@ </a:t>
            </a:r>
            <a:r>
              <a:rPr lang="en-GB" sz="2400" dirty="0" err="1"/>
              <a:t>Søndre</a:t>
            </a:r>
            <a:r>
              <a:rPr lang="en-GB" sz="2400" dirty="0"/>
              <a:t> Campus</a:t>
            </a:r>
          </a:p>
          <a:p>
            <a:r>
              <a:rPr lang="en-GB" sz="2400" u="sng" dirty="0">
                <a:solidFill>
                  <a:srgbClr val="2C6694"/>
                </a:solidFill>
                <a:latin typeface="Aptos"/>
                <a:ea typeface="Open Sans"/>
                <a:cs typeface="Open Sans"/>
                <a:hlinkClick r:id="rId6"/>
              </a:rPr>
              <a:t>forskningsfinansiering-soendre@adm.ku.dk </a:t>
            </a:r>
            <a:endParaRPr lang="en-GB" sz="2400" dirty="0">
              <a:latin typeface="Apto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0062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Intro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U INNO Masterslides_English" id="{4D461D90-BAAA-DA49-95A3-5F0ACB2E3F7D}" vid="{DE5BE477-F4B2-8144-AC3B-4C06C47E0896}"/>
    </a:ext>
  </a:extLst>
</a:theme>
</file>

<file path=ppt/theme/theme2.xml><?xml version="1.0" encoding="utf-8"?>
<a:theme xmlns:a="http://schemas.openxmlformats.org/drawingml/2006/main" name="Red-Orange on Champagne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U INNO Masterslides_English" id="{4D461D90-BAAA-DA49-95A3-5F0ACB2E3F7D}" vid="{930FC82A-9475-B049-A9AC-EA8C5576993B}"/>
    </a:ext>
  </a:extLst>
</a:theme>
</file>

<file path=ppt/theme/theme3.xml><?xml version="1.0" encoding="utf-8"?>
<a:theme xmlns:a="http://schemas.openxmlformats.org/drawingml/2006/main" name="Outro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U INNO Masterslides_English" id="{4D461D90-BAAA-DA49-95A3-5F0ACB2E3F7D}" vid="{2E317F1E-33B7-1F48-B837-A2FEDDFD679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5543F3BF-36F3-4963-802B-107C5B2B2BE9}" vid="{1A6B4748-6059-4D52-A034-550C0EAB7AD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570D6DCE2A6248847D42BBEDAD0E81" ma:contentTypeVersion="15" ma:contentTypeDescription="Create a new document." ma:contentTypeScope="" ma:versionID="c418ed9f33c7399b84b387b525e49678">
  <xsd:schema xmlns:xsd="http://www.w3.org/2001/XMLSchema" xmlns:xs="http://www.w3.org/2001/XMLSchema" xmlns:p="http://schemas.microsoft.com/office/2006/metadata/properties" xmlns:ns2="f08580f2-4b15-42fe-91b4-8904687bc817" xmlns:ns3="3adcdd45-80a9-4e1e-a989-b8a96286e186" targetNamespace="http://schemas.microsoft.com/office/2006/metadata/properties" ma:root="true" ma:fieldsID="01b008f30eff62375153cc5625a2363e" ns2:_="" ns3:_="">
    <xsd:import namespace="f08580f2-4b15-42fe-91b4-8904687bc817"/>
    <xsd:import namespace="3adcdd45-80a9-4e1e-a989-b8a96286e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580f2-4b15-42fe-91b4-8904687bc8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dd5578fd-35c2-4d8f-a1bf-4043a6e4e7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dcdd45-80a9-4e1e-a989-b8a96286e18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5e2764fd-1bd2-4fe1-885b-9f3bbc43e824}" ma:internalName="TaxCatchAll" ma:showField="CatchAllData" ma:web="3adcdd45-80a9-4e1e-a989-b8a96286e1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8580f2-4b15-42fe-91b4-8904687bc817">
      <Terms xmlns="http://schemas.microsoft.com/office/infopath/2007/PartnerControls"/>
    </lcf76f155ced4ddcb4097134ff3c332f>
    <TaxCatchAll xmlns="3adcdd45-80a9-4e1e-a989-b8a96286e18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70AADA-7C7A-4848-B604-7C1F0B6D72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8580f2-4b15-42fe-91b4-8904687bc817"/>
    <ds:schemaRef ds:uri="3adcdd45-80a9-4e1e-a989-b8a96286e1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E9CAA3-CAB9-4EA8-BA74-054E02C88306}">
  <ds:schemaRefs>
    <ds:schemaRef ds:uri="3adcdd45-80a9-4e1e-a989-b8a96286e186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http://schemas.openxmlformats.org/package/2006/metadata/core-properties"/>
    <ds:schemaRef ds:uri="f08580f2-4b15-42fe-91b4-8904687bc81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DEF02DC-F67A-4E03-909B-B881E7DA788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3927f91-cda1-4696-af89-8c9f1ceffa91}" enabled="0" method="" siteId="{a3927f91-cda1-4696-af89-8c9f1ceffa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KU INNO Masterslides_English</Template>
  <TotalTime>18441</TotalTime>
  <Words>6942</Words>
  <Application>Microsoft Office PowerPoint</Application>
  <PresentationFormat>Widescreen</PresentationFormat>
  <Paragraphs>1525</Paragraphs>
  <Slides>63</Slides>
  <Notes>63</Notes>
  <HiddenSlides>13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Intro</vt:lpstr>
      <vt:lpstr>Red-Orange on Champagne</vt:lpstr>
      <vt:lpstr>Outro</vt:lpstr>
      <vt:lpstr>Office Theme</vt:lpstr>
      <vt:lpstr>Brugerdefineret design</vt:lpstr>
      <vt:lpstr>PowerPoint Presentation</vt:lpstr>
      <vt:lpstr>PowerPoint Presentation</vt:lpstr>
      <vt:lpstr>Innovation Funding Landscape: major funding bodies</vt:lpstr>
      <vt:lpstr>PowerPoint Presentation</vt:lpstr>
      <vt:lpstr>Case centric teams (for preaward &amp; lighthouse) Case Centric Teams (CCT) may be permeant or formed on a case-by-case basis</vt:lpstr>
      <vt:lpstr>Case centric teams (for preaward &amp; lighthouse) Case Centric Teams (CCT) may be permeant or formed on a case-by-case basis</vt:lpstr>
      <vt:lpstr>Case centric teams (for preaward &amp; lighthouse) Case Centric Teams (CCT) may be permeant or formed on a case-by-case 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Innovation Programs managed by preaward</vt:lpstr>
      <vt:lpstr>Key Innovation Programs managed by preaward</vt:lpstr>
      <vt:lpstr>Innovation programmes managed by Lighthouse</vt:lpstr>
      <vt:lpstr>Innovation programmes managed by Lighthouse</vt:lpstr>
      <vt:lpstr>PowerPoint Presentation</vt:lpstr>
      <vt:lpstr>IFD Funding Landscape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 Innovation Funding Landscape: major funding instruments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          Intermission</vt:lpstr>
      <vt:lpstr>PowerPoint Presentation</vt:lpstr>
      <vt:lpstr>PowerPoint Presentation</vt:lpstr>
      <vt:lpstr>Recommended timeline / application process </vt:lpstr>
      <vt:lpstr>PowerPoint Presentation</vt:lpstr>
      <vt:lpstr>Readiness Levels </vt:lpstr>
      <vt:lpstr>Explanation of levels </vt:lpstr>
      <vt:lpstr>Explanation of levels </vt:lpstr>
      <vt:lpstr>PowerPoint Presentation</vt:lpstr>
      <vt:lpstr>funding instruments overview</vt:lpstr>
      <vt:lpstr>funding instruments overview</vt:lpstr>
      <vt:lpstr>Other funding sources for Green research</vt:lpstr>
      <vt:lpstr>PowerPoint Presentation</vt:lpstr>
      <vt:lpstr> Research Funding Support </vt:lpstr>
    </vt:vector>
  </TitlesOfParts>
  <Company>University of Copenhagen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Kaja Lycke Gleerup</dc:creator>
  <cp:lastModifiedBy>Julie Sand Jørgensen</cp:lastModifiedBy>
  <cp:revision>48</cp:revision>
  <dcterms:created xsi:type="dcterms:W3CDTF">2026-06-25T12:35:31Z</dcterms:created>
  <dcterms:modified xsi:type="dcterms:W3CDTF">2026-08-04T11:09:25Z</dcterms:modified>
  <dc:identifier>DAG_5MMbw5Q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0x01010090570D6DCE2A6248847D42BBEDAD0E81</vt:lpwstr>
  </property>
  <property fmtid="{D5CDD505-2E9C-101B-9397-08002B2CF9AE}" pid="3" name="MediaServiceImageTags">
    <vt:lpwstr/>
  </property>
</Properties>
</file>