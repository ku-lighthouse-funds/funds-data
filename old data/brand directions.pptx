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6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7.xml" ContentType="application/vnd.openxmlformats-officedocument.theme+xml"/>
  <Override PartName="/ppt/slideLayouts/slideLayout56.xml" ContentType="application/vnd.openxmlformats-officedocument.presentationml.slideLayout+xml"/>
  <Override PartName="/ppt/theme/theme8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98_F92653A0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18F_F9749414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4"/>
    <p:sldMasterId id="2147483712" r:id="rId5"/>
    <p:sldMasterId id="2147483711" r:id="rId6"/>
    <p:sldMasterId id="2147483713" r:id="rId7"/>
    <p:sldMasterId id="2147483714" r:id="rId8"/>
    <p:sldMasterId id="2147483715" r:id="rId9"/>
    <p:sldMasterId id="2147483716" r:id="rId10"/>
    <p:sldMasterId id="2147483736" r:id="rId11"/>
    <p:sldMasterId id="2147483719" r:id="rId12"/>
  </p:sldMasterIdLst>
  <p:notesMasterIdLst>
    <p:notesMasterId r:id="rId36"/>
  </p:notesMasterIdLst>
  <p:sldIdLst>
    <p:sldId id="392" r:id="rId13"/>
    <p:sldId id="396" r:id="rId14"/>
    <p:sldId id="401" r:id="rId15"/>
    <p:sldId id="402" r:id="rId16"/>
    <p:sldId id="400" r:id="rId17"/>
    <p:sldId id="413" r:id="rId18"/>
    <p:sldId id="414" r:id="rId19"/>
    <p:sldId id="397" r:id="rId20"/>
    <p:sldId id="405" r:id="rId21"/>
    <p:sldId id="406" r:id="rId22"/>
    <p:sldId id="407" r:id="rId23"/>
    <p:sldId id="417" r:id="rId24"/>
    <p:sldId id="416" r:id="rId25"/>
    <p:sldId id="409" r:id="rId26"/>
    <p:sldId id="408" r:id="rId27"/>
    <p:sldId id="415" r:id="rId28"/>
    <p:sldId id="411" r:id="rId29"/>
    <p:sldId id="394" r:id="rId30"/>
    <p:sldId id="395" r:id="rId31"/>
    <p:sldId id="398" r:id="rId32"/>
    <p:sldId id="399" r:id="rId33"/>
    <p:sldId id="410" r:id="rId34"/>
    <p:sldId id="375" r:id="rId35"/>
  </p:sldIdLst>
  <p:sldSz cx="12192000" cy="6858000"/>
  <p:notesSz cx="6858000" cy="9144000"/>
  <p:embeddedFontLst>
    <p:embeddedFont>
      <p:font typeface="Adobe Garamond Pro" panose="02020502060506020403" charset="0"/>
      <p:regular r:id="rId37"/>
      <p: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1" panose="020B0604020202020204" charset="0"/>
      <p:regular r:id="rId43"/>
      <p:bold r:id="rId44"/>
      <p:italic r:id="rId45"/>
      <p:boldItalic r:id="rId46"/>
    </p:embeddedFont>
    <p:embeddedFont>
      <p:font typeface="Open Sans 1 Bold" panose="020B0604020202020204" charset="0"/>
      <p:bold r:id="rId47"/>
      <p:italic r:id="rId48"/>
      <p:boldItalic r:id="rId49"/>
    </p:embeddedFont>
    <p:embeddedFont>
      <p:font typeface="Open Sans Light" panose="020B0306030504020204" pitchFamily="34" charset="0"/>
      <p:regular r:id="rId50"/>
      <p:italic r:id="rId51"/>
    </p:embeddedFont>
    <p:embeddedFont>
      <p:font typeface="Open Sans Semibold" panose="020B0706030804020204" pitchFamily="34" charset="0"/>
      <p:bold r:id="rId52"/>
      <p:boldItalic r:id="rId53"/>
    </p:embeddedFont>
    <p:embeddedFont>
      <p:font typeface="Open Sans Semibold" panose="020B0706030804020204" pitchFamily="34" charset="0"/>
      <p:bold r:id="rId52"/>
      <p:boldItalic r:id="rId53"/>
    </p:embeddedFont>
  </p:embeddedFontLst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4" userDrawn="1">
          <p15:clr>
            <a:srgbClr val="A4A3A4"/>
          </p15:clr>
        </p15:guide>
        <p15:guide id="2" pos="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938037-E62A-67EA-EBA2-4C8FDEB11BE2}" name="Anne Friis-Holm Egfjord" initials="AE" userId="S::bpz718@ku.dk::07fc93bb-7e98-44ee-a8ae-22237b3faab2" providerId="AD"/>
  <p188:author id="{2E0DBB44-9375-53C2-5AEA-EA8C351F87F0}" name="Lars Peter Schaumburg-Levy" initials="LS" userId="S::ctq151@ku.dk::ae4a3e80-40d1-4672-a0d3-cf4704ca9522" providerId="AD"/>
  <p188:author id="{B1566F5F-AB54-F034-AB1E-548F432C43E3}" name="Andreas Blohm Graversen" initials="AG" userId="S::vlb285@ku.dk::37d89eb0-0316-41c2-af74-c117afc68a7e" providerId="AD"/>
  <p188:author id="{2603EF7D-D68A-3D88-EFDA-6491512D0999}" name="Melanie Povlitzki" initials="MP" userId="S::rgw296@ku.dk::af089974-6c32-413a-8ef0-9bd29e24a229" providerId="AD"/>
  <p188:author id="{AFEE999A-7669-3664-3198-83AE57F9EF97}" name="Maria Shubhra Ovesen" initials="MO" userId="S::fwq209@ku.dk::4ee38ecd-f41c-4a88-8ac5-8da1c5f58a42" providerId="AD"/>
  <p188:author id="{0C4B84AE-2501-2B21-84E0-D518BA8E4317}" name="Frank Bøgh Madsen" initials="FM" userId="S::xjf862@ku.dk::1a806658-5104-498d-9926-046b44f49082" providerId="AD"/>
  <p188:author id="{6CD57CBB-1119-195A-87D6-633CBA920A6D}" name="Anders Pall Skött" initials="AS" userId="S::gtd889@ku.dk::8f3bada3-f4e0-45fd-a31c-18d9e38c577c" providerId="AD"/>
  <p188:author id="{E528B7FE-92FC-912E-CAE2-DAA1A2B1342D}" name="Marius Sylvestersen" initials="MS" userId="S::czp150@ku.dk::6852085a-b422-416c-ba43-eb9ce84d64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FFF"/>
    <a:srgbClr val="C6C5FF"/>
    <a:srgbClr val="122847"/>
    <a:srgbClr val="DB3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94630"/>
  </p:normalViewPr>
  <p:slideViewPr>
    <p:cSldViewPr snapToGrid="0">
      <p:cViewPr varScale="1">
        <p:scale>
          <a:sx n="76" d="100"/>
          <a:sy n="76" d="100"/>
        </p:scale>
        <p:origin x="102" y="678"/>
      </p:cViewPr>
      <p:guideLst>
        <p:guide orient="horz" pos="464"/>
        <p:guide pos="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font" Target="fonts/font3.fntdata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font" Target="fonts/font15.fntdata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8.xml"/><Relationship Id="rId41" Type="http://schemas.openxmlformats.org/officeDocument/2006/relationships/font" Target="fonts/font5.fntdata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9.xml"/><Relationship Id="rId44" Type="http://schemas.openxmlformats.org/officeDocument/2006/relationships/font" Target="fonts/font8.fntdata"/><Relationship Id="rId52" Type="http://schemas.openxmlformats.org/officeDocument/2006/relationships/font" Target="fonts/font16.fntdata"/></Relationships>
</file>

<file path=ppt/comments/modernComment_18F_F97494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3F5B9B-5AEB-4680-9C38-6AE9A33C385B}" authorId="{AFEE999A-7669-3664-3198-83AE57F9EF97}" status="resolved" created="2026-06-11T09:25:57.24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85166868" sldId="399"/>
      <ac:spMk id="2" creationId="{DCB7276E-9AC4-4163-1A0D-F2D6A8DA1217}"/>
      <ac:txMk cp="0" len="12">
        <ac:context len="13" hash="452547339"/>
      </ac:txMk>
    </ac:txMkLst>
    <p188:pos x="4712676" y="-35169"/>
    <p188:replyLst>
      <p188:reply id="{25C25E3E-9713-4946-89FB-BE15A71EB970}" authorId="{2603EF7D-D68A-3D88-EFDA-6491512D0999}" created="2026-06-11T11:05:15.341">
        <p188:txBody>
          <a:bodyPr/>
          <a:lstStyle/>
          <a:p>
            <a:r>
              <a:rPr lang="en-US"/>
              <a:t>Super god idé - jeg tror allerede jeg vil få dem med fra start :) </a:t>
            </a:r>
          </a:p>
        </p188:txBody>
      </p188:reply>
    </p188:replyLst>
    <p188:txBody>
      <a:bodyPr/>
      <a:lstStyle/>
      <a:p>
        <a:r>
          <a:rPr lang="da-DK"/>
          <a:t>Super flotte ikoner! Det her er ikke en bemærkning til guiden, men bare et ønske ift. fremtidige ikoner: Det kunne være fedt med noget, der på en eller anden måde peger mod bæredygtighed, impact og diversitet. Når din tid engang er til det. </a:t>
        </a:r>
      </a:p>
    </p188:txBody>
  </p188:cm>
</p188:cmLst>
</file>

<file path=ppt/comments/modernComment_198_F92653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B9089B-2072-4CA3-BDFE-A18BFC59D7A3}" authorId="{AFEE999A-7669-3664-3198-83AE57F9EF97}" status="resolved" created="2026-06-11T08:09:31.5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80038560" sldId="408"/>
      <ac:spMk id="5" creationId="{E82AA534-2BEB-AD81-951D-F512736D81AD}"/>
      <ac:txMk cp="323">
        <ac:context len="324" hash="3813693486"/>
      </ac:txMk>
    </ac:txMkLst>
    <p188:pos x="5486400" y="3460044"/>
    <p188:txBody>
      <a:bodyPr/>
      <a:lstStyle/>
      <a:p>
        <a:r>
          <a:rPr lang="da-DK"/>
          <a:t>Ryk denne mulighed op øverst, så vi gør det så nemt for folk som muligt og de skal tage stilling til mindst muligt. </a:t>
        </a:r>
      </a:p>
    </p188:txBody>
  </p188:cm>
  <p188:cm id="{7E9AB72D-8CFC-4057-AC78-0DE4F733E9C2}" authorId="{AFEE999A-7669-3664-3198-83AE57F9EF97}" status="resolved" created="2026-06-11T08:10:41.99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80038560" sldId="408"/>
      <ac:spMk id="5" creationId="{E82AA534-2BEB-AD81-951D-F512736D81AD}"/>
      <ac:txMk cp="199">
        <ac:context len="324" hash="3813693486"/>
      </ac:txMk>
    </ac:txMkLst>
    <p188:pos x="4549422" y="1823155"/>
    <p188:txBody>
      <a:bodyPr/>
      <a:lstStyle/>
      <a:p>
        <a:r>
          <a:rPr lang="da-DK"/>
          <a:t>Tror ikke, du behøver skrive det her, når du har et eksempel på et fuldt skema på næste side - igen, for at forenkle. Du kan evt. overveje at rykke næste slide op foran det her, så der kommer et klar eksempel først.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C53BE-2D59-2E49-A87C-9B7B3B386A71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33006-1C92-4B45-B79A-67E1ADBE11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56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445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012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2115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9976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574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164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8095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38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9473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F10C-2F77-7F79-DC84-6365B2CC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34471-CEB6-D981-295E-79C633E61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3994A-5ABE-6822-86E9-DE7E6DB1B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B6831-62AB-BC30-A2A5-A64BFFFEB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3386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1649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167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4716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743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2578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8147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3841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4214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5192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3584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1125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4864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33006-1C92-4B45-B79A-67E1ADBE1194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782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/Corporate Focus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495ACF2-B1DA-EE48-38AF-CC8BCD128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5937142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404257" y="6226880"/>
            <a:ext cx="2065338" cy="15882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6"/>
              </a:lnSpc>
            </a:pPr>
            <a:r>
              <a:rPr lang="en-GB"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600" b="1" i="0" cap="all" spc="0" baseline="0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257" y="6399132"/>
            <a:ext cx="2065338" cy="16187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1547" y="6399132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546" y="6166530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DEPARTMENT/SECTION/TITLE</a:t>
            </a:r>
            <a:endParaRPr lang="en-GB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252740" y="5710643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371140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/Researcher Focus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404257" y="6226880"/>
            <a:ext cx="2065338" cy="15882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6"/>
              </a:lnSpc>
            </a:pPr>
            <a:r>
              <a:rPr lang="en-GB"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600" b="1" i="0" cap="all" spc="0" baseline="0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257" y="6399132"/>
            <a:ext cx="2065338" cy="16187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1547" y="6399132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546" y="6166530"/>
            <a:ext cx="5753207" cy="16187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DEPARTMENT/SECTION/TITLE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1F3F3-C64B-A3EF-9726-A6D37E5472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5497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A30FD5-A1F4-E969-CE5E-B6C043E741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5937956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252740" y="5710643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013732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 Focus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6FB1C1-3BA8-0641-B113-6F83B35C11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5937956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404257" y="6226880"/>
            <a:ext cx="2065338" cy="158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16"/>
              </a:lnSpc>
            </a:pPr>
            <a:r>
              <a:rPr lang="en-GB"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600" b="1" i="0" cap="all" spc="0" baseline="0" dirty="0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257" y="6399132"/>
            <a:ext cx="2065338" cy="1618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1547" y="6399132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546" y="6166530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1" i="0" cap="all" spc="0" baseline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DEPARTMENT/SECTION/TITLE</a:t>
            </a:r>
            <a:endParaRPr lang="en-GB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252740" y="5710643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094883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173717" y="5575175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F8C8CA1-7ADE-92BC-CE5F-7CBB0C98B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422" y="2829078"/>
            <a:ext cx="11933158" cy="1674419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2000" b="1" i="0" cap="all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</a:lstStyle>
          <a:p>
            <a:pPr lvl="0"/>
            <a:r>
              <a:rPr lang="en-GB"/>
              <a:t>PRESENTATION</a:t>
            </a:r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788079" y="5938502"/>
            <a:ext cx="2065338" cy="15215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6"/>
              </a:lnSpc>
            </a:pPr>
            <a:r>
              <a:rPr lang="en-GB" sz="1400" b="1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PRESENTATION</a:t>
            </a:r>
            <a:endParaRPr lang="en-GB" sz="1400" b="1" i="0" cap="all" spc="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D81ADDE-F544-F6C8-780D-93D2C5F485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421" y="1312382"/>
            <a:ext cx="11933158" cy="1674419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3600" b="1" i="0" cap="all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>
              <a:defRPr b="1" i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</a:lstStyle>
          <a:p>
            <a:pPr lvl="0"/>
            <a:r>
              <a:rPr lang="en-GB"/>
              <a:t>TITLE OF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C5F633D-9A8B-16B6-0DA6-684420C9B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79" y="6069189"/>
            <a:ext cx="2065338" cy="1618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4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Month  &amp; Year</a:t>
            </a:r>
            <a:endParaRPr lang="en-GB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49073A7-4DFC-0344-CAE5-EA5EB3D4A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4292" y="6069189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4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Speaker(s)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2FA8CDA-6BF5-DC8E-FEEB-2A7759165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4291" y="5878152"/>
            <a:ext cx="5753207" cy="16187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400" b="1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2pPr>
            <a:lvl3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3pPr>
            <a:lvl4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4pPr>
            <a:lvl5pPr>
              <a:defRPr>
                <a:solidFill>
                  <a:schemeClr val="tx1"/>
                </a:solidFill>
                <a:latin typeface="Adobe Garamond Pro" panose="02020502060506020403" pitchFamily="18" charset="0"/>
              </a:defRPr>
            </a:lvl5pPr>
          </a:lstStyle>
          <a:p>
            <a:pPr lvl="0"/>
            <a:r>
              <a:rPr lang="en-GB"/>
              <a:t>DEPARTMENT AND/OR SECTION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340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1">
            <a:extLst>
              <a:ext uri="{FF2B5EF4-FFF2-40B4-BE49-F238E27FC236}">
                <a16:creationId xmlns:a16="http://schemas.microsoft.com/office/drawing/2014/main" id="{9F21DE4A-65E4-05D9-BF1F-0B3E472BEE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C7126CCC-BBFD-B553-AB42-F70BF5ED62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9EB7C9-C565-114E-7E00-8A16AF9FF88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808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4B381-06CA-38E7-920E-6F014C3C7E0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6AF7891-3173-0DC7-41CD-72897172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3"/>
            <a:ext cx="10972802" cy="592279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FAFD675-319F-B172-AFE5-DE9497685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2F17325F-23ED-9FA7-40A4-5238C2FE49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3A03916B-E4C2-8F99-179F-4368C600C7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7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A7240-3F7A-7A65-1FFF-D5120BB96CE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27E9FE4-4ECB-4A6E-A8B6-A8899932C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F340FB-61BF-7C6A-779B-4BCBD62D2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10972801" cy="3984625"/>
          </a:xfr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8BFB4513-FD4C-DA46-E294-C316C6F698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83F8E8C4-0CEF-9F7B-84CA-47F4C0A9D8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40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0">
            <a:extLst>
              <a:ext uri="{FF2B5EF4-FFF2-40B4-BE49-F238E27FC236}">
                <a16:creationId xmlns:a16="http://schemas.microsoft.com/office/drawing/2014/main" id="{8DF8611D-B667-42CD-EF6B-402DDE66DA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34767" y="2688407"/>
            <a:ext cx="2004564" cy="2004564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30">
            <a:extLst>
              <a:ext uri="{FF2B5EF4-FFF2-40B4-BE49-F238E27FC236}">
                <a16:creationId xmlns:a16="http://schemas.microsoft.com/office/drawing/2014/main" id="{1C08D595-1C90-9DDF-B336-9AAC272C69E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5381" y="2666759"/>
            <a:ext cx="2004564" cy="2004564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30">
            <a:extLst>
              <a:ext uri="{FF2B5EF4-FFF2-40B4-BE49-F238E27FC236}">
                <a16:creationId xmlns:a16="http://schemas.microsoft.com/office/drawing/2014/main" id="{C7B4F46D-CF03-EB1B-840A-0FFD0D4A95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64379" y="2699416"/>
            <a:ext cx="2004564" cy="2004564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2" name="Picture Placeholder 30">
            <a:extLst>
              <a:ext uri="{FF2B5EF4-FFF2-40B4-BE49-F238E27FC236}">
                <a16:creationId xmlns:a16="http://schemas.microsoft.com/office/drawing/2014/main" id="{ED383ED3-FA89-E49A-1EF4-EA10DCA211E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96150" y="2666759"/>
            <a:ext cx="2004564" cy="2004564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A7240-3F7A-7A65-1FFF-D5120BB96CE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27E9FE4-4ECB-4A6E-A8B6-A8899932C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E1DBC771-7917-A7CB-E97E-2DD8EC18DB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C6E0E181-B1B2-5CAE-4CA9-268679EA2E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2F6DB42-5AF6-6F03-EAB8-7F086DFDFC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9043" y="5036635"/>
            <a:ext cx="2515743" cy="1200879"/>
          </a:xfrm>
        </p:spPr>
        <p:txBody>
          <a:bodyPr anchor="t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B28E538-79AD-2DBB-D01A-5EF6CB750F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79177" y="5047644"/>
            <a:ext cx="2515743" cy="1200879"/>
          </a:xfrm>
        </p:spPr>
        <p:txBody>
          <a:bodyPr anchor="t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E415D0D-D832-9D92-64B5-12B26123FC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8789" y="5047644"/>
            <a:ext cx="2515743" cy="1200879"/>
          </a:xfrm>
        </p:spPr>
        <p:txBody>
          <a:bodyPr anchor="t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4C16FA1-4281-7BFC-1763-FDC469A667E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38401" y="5047644"/>
            <a:ext cx="2515743" cy="1200879"/>
          </a:xfrm>
        </p:spPr>
        <p:txBody>
          <a:bodyPr anchor="t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18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4B381-06CA-38E7-920E-6F014C3C7E0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6AF7891-3173-0DC7-41CD-72897172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4"/>
            <a:ext cx="7690338" cy="536122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CONTENTS</a:t>
            </a:r>
            <a:endParaRPr lang="en-GB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ACF1547B-D12D-48E4-76CE-D5CDCA97FBCB}"/>
              </a:ext>
            </a:extLst>
          </p:cNvPr>
          <p:cNvGrpSpPr/>
          <p:nvPr userDrawn="1"/>
        </p:nvGrpSpPr>
        <p:grpSpPr>
          <a:xfrm>
            <a:off x="10166399" y="1856182"/>
            <a:ext cx="2338468" cy="2338468"/>
            <a:chOff x="0" y="0"/>
            <a:chExt cx="812800" cy="812800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5B7EF9C5-004D-CD3C-23E8-4BA6557CFD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D7DE"/>
            </a:solidFill>
          </p:spPr>
          <p:txBody>
            <a:bodyPr/>
            <a:lstStyle/>
            <a:p>
              <a:endParaRPr lang="en-GB" sz="800" dirty="0"/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A143127F-648A-7C17-528D-99708D2C4D0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089" tIns="32089" rIns="32089" bIns="32089" rtlCol="0" anchor="ctr"/>
            <a:lstStyle/>
            <a:p>
              <a:pPr algn="ctr">
                <a:lnSpc>
                  <a:spcPts val="1773"/>
                </a:lnSpc>
              </a:pPr>
              <a:endParaRPr lang="en-GB" sz="800" dirty="0"/>
            </a:p>
          </p:txBody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DD4A98D5-FF16-F1AA-AAF4-CB648A96B2F2}"/>
              </a:ext>
            </a:extLst>
          </p:cNvPr>
          <p:cNvGrpSpPr/>
          <p:nvPr userDrawn="1"/>
        </p:nvGrpSpPr>
        <p:grpSpPr>
          <a:xfrm>
            <a:off x="10280037" y="5808888"/>
            <a:ext cx="814329" cy="814329"/>
            <a:chOff x="0" y="0"/>
            <a:chExt cx="812800" cy="81280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20BC960-E2B2-C454-8BBB-6B31298894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D7DE"/>
            </a:solidFill>
          </p:spPr>
          <p:txBody>
            <a:bodyPr/>
            <a:lstStyle/>
            <a:p>
              <a:endParaRPr lang="en-GB" sz="800" dirty="0"/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1D2084DC-0561-DCBA-3D7E-183B59F001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089" tIns="32089" rIns="32089" bIns="32089" rtlCol="0" anchor="ctr"/>
            <a:lstStyle/>
            <a:p>
              <a:pPr algn="ctr">
                <a:lnSpc>
                  <a:spcPts val="1773"/>
                </a:lnSpc>
              </a:pPr>
              <a:endParaRPr lang="en-GB" sz="800" dirty="0"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0139542C-FAC1-8B13-6784-57635C1958D2}"/>
              </a:ext>
            </a:extLst>
          </p:cNvPr>
          <p:cNvGrpSpPr/>
          <p:nvPr userDrawn="1"/>
        </p:nvGrpSpPr>
        <p:grpSpPr>
          <a:xfrm>
            <a:off x="8978676" y="4194650"/>
            <a:ext cx="1301361" cy="1301361"/>
            <a:chOff x="0" y="0"/>
            <a:chExt cx="812800" cy="812800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4A32660-054C-59A3-E07F-B4D85C13AF0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D7DE"/>
            </a:solidFill>
          </p:spPr>
          <p:txBody>
            <a:bodyPr/>
            <a:lstStyle/>
            <a:p>
              <a:endParaRPr lang="en-GB" sz="800" dirty="0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BDC55AC-B8D8-740C-528F-3CAA5472E8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089" tIns="32089" rIns="32089" bIns="32089" rtlCol="0" anchor="ctr"/>
            <a:lstStyle/>
            <a:p>
              <a:pPr algn="ctr">
                <a:lnSpc>
                  <a:spcPts val="1773"/>
                </a:lnSpc>
              </a:pPr>
              <a:endParaRPr lang="en-GB" sz="800" dirty="0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FC5AF8E-9BDB-CFF2-61EE-2FDC1B6D2C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97125"/>
            <a:ext cx="7690337" cy="3944938"/>
          </a:xfrm>
          <a:prstGeom prst="rect">
            <a:avLst/>
          </a:prstGeom>
        </p:spPr>
        <p:txBody>
          <a:bodyPr tIns="0" bIns="0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Enter</a:t>
            </a:r>
          </a:p>
          <a:p>
            <a:pPr lvl="0"/>
            <a:r>
              <a:rPr lang="en-GB"/>
              <a:t>List </a:t>
            </a:r>
          </a:p>
          <a:p>
            <a:pPr lvl="0"/>
            <a:r>
              <a:rPr lang="en-GB"/>
              <a:t>Of </a:t>
            </a:r>
          </a:p>
          <a:p>
            <a:pPr lvl="0"/>
            <a:r>
              <a:rPr lang="en-GB"/>
              <a:t>Contents </a:t>
            </a:r>
          </a:p>
          <a:p>
            <a:pPr lvl="0"/>
            <a:r>
              <a:rPr lang="en-GB"/>
              <a:t>Here </a:t>
            </a:r>
            <a:endParaRPr lang="en-GB" dirty="0"/>
          </a:p>
        </p:txBody>
      </p:sp>
      <p:pic>
        <p:nvPicPr>
          <p:cNvPr id="15" name="Picture 11">
            <a:extLst>
              <a:ext uri="{FF2B5EF4-FFF2-40B4-BE49-F238E27FC236}">
                <a16:creationId xmlns:a16="http://schemas.microsoft.com/office/drawing/2014/main" id="{88BB479C-0FAB-544E-6D50-A4D1F39BD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7" name="Picture 27">
            <a:extLst>
              <a:ext uri="{FF2B5EF4-FFF2-40B4-BE49-F238E27FC236}">
                <a16:creationId xmlns:a16="http://schemas.microsoft.com/office/drawing/2014/main" id="{31D76675-CB8E-223F-18A4-84498536E9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0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- Two Pictur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588A373-2319-2B29-3FA4-B32F29FB42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645526"/>
            <a:ext cx="3584575" cy="321247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F1BA5230-B9A2-585E-D09C-200087A8E0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33215"/>
            <a:ext cx="3584575" cy="331230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ECB0C32-65B6-6D08-BEC9-4A35642AA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8179" y="1286333"/>
            <a:ext cx="756754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92946DD-4BDE-95DE-DD5B-98F755BA03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4800" y="881336"/>
            <a:ext cx="756754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LABEL</a:t>
            </a:r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C1AFCF4-A5AC-71DB-1D45-642210982C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4800" y="2363790"/>
            <a:ext cx="7570921" cy="399051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3EE679-E0F4-63E0-D50E-A9C757229970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11">
            <a:extLst>
              <a:ext uri="{FF2B5EF4-FFF2-40B4-BE49-F238E27FC236}">
                <a16:creationId xmlns:a16="http://schemas.microsoft.com/office/drawing/2014/main" id="{7E1EA3AD-DFB1-6E73-7150-48B6FB306E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4" name="Picture 27">
            <a:extLst>
              <a:ext uri="{FF2B5EF4-FFF2-40B4-BE49-F238E27FC236}">
                <a16:creationId xmlns:a16="http://schemas.microsoft.com/office/drawing/2014/main" id="{99471210-7272-E4C0-0445-5F6CB26DE6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73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Pictur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33215"/>
            <a:ext cx="5513614" cy="652478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7690" y="2467155"/>
            <a:ext cx="5513614" cy="3869477"/>
          </a:xfrm>
          <a:prstGeom prst="rect">
            <a:avLst/>
          </a:prstGeom>
        </p:spPr>
        <p:txBody>
          <a:bodyPr lIns="0" rIns="0"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7690" y="885422"/>
            <a:ext cx="5486400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310" y="1554930"/>
            <a:ext cx="5513614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ED86EEA2-BA54-0087-1CC4-4FA3E296B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7E5A9FA3-8A12-780A-84F3-1191EBCA5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24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Pictur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8386" y="333215"/>
            <a:ext cx="5513614" cy="652478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7328" y="2467155"/>
            <a:ext cx="5513614" cy="3869477"/>
          </a:xfrm>
          <a:prstGeom prst="rect">
            <a:avLst/>
          </a:prstGeom>
        </p:spPr>
        <p:txBody>
          <a:bodyPr lIns="0" rIns="0"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7328" y="885422"/>
            <a:ext cx="5486400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48" y="1554930"/>
            <a:ext cx="5513614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ED86EEA2-BA54-0087-1CC4-4FA3E296B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7E5A9FA3-8A12-780A-84F3-1191EBCA5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7201A01B-26C6-6304-04D5-07C93C469F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90461" y="6108244"/>
            <a:ext cx="4486345" cy="440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endParaRPr lang="en-GB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CF3C39F-AD81-E19C-BDFB-637BEBE22E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90461" y="2749027"/>
            <a:ext cx="4486345" cy="440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endParaRPr lang="en-GB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72AAD51-E142-0F31-ADA4-78599E2EF3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74889"/>
            <a:ext cx="6288859" cy="45831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4B381-06CA-38E7-920E-6F014C3C7E0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6AF7891-3173-0DC7-41CD-72897172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4"/>
            <a:ext cx="10896601" cy="536122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STATISTICS  </a:t>
            </a:r>
            <a:endParaRPr lang="en-GB" dirty="0"/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B0BDCA45-B2BA-8215-940B-3A17AB7164AF}"/>
              </a:ext>
            </a:extLst>
          </p:cNvPr>
          <p:cNvSpPr/>
          <p:nvPr/>
        </p:nvSpPr>
        <p:spPr>
          <a:xfrm>
            <a:off x="7090462" y="1843744"/>
            <a:ext cx="4415738" cy="833791"/>
          </a:xfrm>
          <a:custGeom>
            <a:avLst/>
            <a:gdLst/>
            <a:ahLst/>
            <a:cxnLst/>
            <a:rect l="l" t="t" r="r" b="b"/>
            <a:pathLst>
              <a:path w="1670980" h="315519">
                <a:moveTo>
                  <a:pt x="0" y="0"/>
                </a:moveTo>
                <a:lnTo>
                  <a:pt x="1670980" y="0"/>
                </a:lnTo>
                <a:lnTo>
                  <a:pt x="1670980" y="315519"/>
                </a:lnTo>
                <a:lnTo>
                  <a:pt x="0" y="315519"/>
                </a:lnTo>
                <a:close/>
              </a:path>
            </a:pathLst>
          </a:custGeom>
          <a:solidFill>
            <a:srgbClr val="122947"/>
          </a:solidFill>
        </p:spPr>
        <p:txBody>
          <a:bodyPr/>
          <a:lstStyle/>
          <a:p>
            <a:endParaRPr lang="en-GB" sz="800" dirty="0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B950D36F-87A9-5294-428D-8B6F8318B025}"/>
              </a:ext>
            </a:extLst>
          </p:cNvPr>
          <p:cNvSpPr/>
          <p:nvPr/>
        </p:nvSpPr>
        <p:spPr>
          <a:xfrm>
            <a:off x="7090462" y="3556599"/>
            <a:ext cx="4415738" cy="833791"/>
          </a:xfrm>
          <a:custGeom>
            <a:avLst/>
            <a:gdLst/>
            <a:ahLst/>
            <a:cxnLst/>
            <a:rect l="l" t="t" r="r" b="b"/>
            <a:pathLst>
              <a:path w="1670980" h="315519">
                <a:moveTo>
                  <a:pt x="0" y="0"/>
                </a:moveTo>
                <a:lnTo>
                  <a:pt x="1670980" y="0"/>
                </a:lnTo>
                <a:lnTo>
                  <a:pt x="1670980" y="315519"/>
                </a:lnTo>
                <a:lnTo>
                  <a:pt x="0" y="315519"/>
                </a:lnTo>
                <a:close/>
              </a:path>
            </a:pathLst>
          </a:custGeom>
          <a:solidFill>
            <a:srgbClr val="122947"/>
          </a:solidFill>
        </p:spPr>
        <p:txBody>
          <a:bodyPr/>
          <a:lstStyle/>
          <a:p>
            <a:endParaRPr lang="en-GB" sz="800" dirty="0"/>
          </a:p>
        </p:txBody>
      </p:sp>
      <p:sp>
        <p:nvSpPr>
          <p:cNvPr id="25" name="Freeform 9">
            <a:extLst>
              <a:ext uri="{FF2B5EF4-FFF2-40B4-BE49-F238E27FC236}">
                <a16:creationId xmlns:a16="http://schemas.microsoft.com/office/drawing/2014/main" id="{6FE291AC-7A87-C629-56F5-555910564096}"/>
              </a:ext>
            </a:extLst>
          </p:cNvPr>
          <p:cNvSpPr/>
          <p:nvPr/>
        </p:nvSpPr>
        <p:spPr>
          <a:xfrm>
            <a:off x="7090462" y="5211613"/>
            <a:ext cx="4415738" cy="833791"/>
          </a:xfrm>
          <a:custGeom>
            <a:avLst/>
            <a:gdLst/>
            <a:ahLst/>
            <a:cxnLst/>
            <a:rect l="l" t="t" r="r" b="b"/>
            <a:pathLst>
              <a:path w="1670980" h="315519">
                <a:moveTo>
                  <a:pt x="0" y="0"/>
                </a:moveTo>
                <a:lnTo>
                  <a:pt x="1670980" y="0"/>
                </a:lnTo>
                <a:lnTo>
                  <a:pt x="1670980" y="315519"/>
                </a:lnTo>
                <a:lnTo>
                  <a:pt x="0" y="315519"/>
                </a:lnTo>
                <a:close/>
              </a:path>
            </a:pathLst>
          </a:custGeom>
          <a:solidFill>
            <a:srgbClr val="122947"/>
          </a:solidFill>
        </p:spPr>
        <p:txBody>
          <a:bodyPr/>
          <a:lstStyle/>
          <a:p>
            <a:endParaRPr lang="en-GB" sz="800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BDE7BA40-187B-8212-31C5-9614AFAE1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5682640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3A35665-E989-0BB9-BA69-7E4C123335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7719" y="4460580"/>
            <a:ext cx="4479088" cy="440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endParaRPr lang="en-GB" dirty="0"/>
          </a:p>
        </p:txBody>
      </p:sp>
      <p:sp>
        <p:nvSpPr>
          <p:cNvPr id="47" name="Text Placeholder 30">
            <a:extLst>
              <a:ext uri="{FF2B5EF4-FFF2-40B4-BE49-F238E27FC236}">
                <a16:creationId xmlns:a16="http://schemas.microsoft.com/office/drawing/2014/main" id="{39A7B2B0-559F-B1B1-B256-4C8C70AA23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90462" y="1975816"/>
            <a:ext cx="4415738" cy="536122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52" name="Text Placeholder 30">
            <a:extLst>
              <a:ext uri="{FF2B5EF4-FFF2-40B4-BE49-F238E27FC236}">
                <a16:creationId xmlns:a16="http://schemas.microsoft.com/office/drawing/2014/main" id="{84C83D23-9C9E-F91C-50B6-0444B6A95D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97719" y="3686775"/>
            <a:ext cx="4415738" cy="536122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B765BDD9-F8D3-26FC-9675-49B9671CC0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90462" y="5340402"/>
            <a:ext cx="4415738" cy="536122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239BCF88-839C-DE6A-3454-2DC8E45AB4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77F7E921-2281-7373-D44B-EB0E727860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0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(Light) + Dar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C9D95B7-25D7-2909-5820-CFF1FF07D7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1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735535-B971-1DE1-B3F2-D0E53E8E3B7E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2EE0626-A847-EA23-6418-BF6C8C48A1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884386"/>
            <a:ext cx="10971325" cy="1164087"/>
          </a:xfrm>
          <a:prstGeom prst="rect">
            <a:avLst/>
          </a:prstGeom>
        </p:spPr>
        <p:txBody>
          <a:bodyPr lIns="0" rIns="0"/>
          <a:lstStyle>
            <a:lvl1pPr marL="0" algn="ctr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A2A5A920-7BEB-BA3A-4A29-3FA0087DA6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3" name="Picture 27">
            <a:extLst>
              <a:ext uri="{FF2B5EF4-FFF2-40B4-BE49-F238E27FC236}">
                <a16:creationId xmlns:a16="http://schemas.microsoft.com/office/drawing/2014/main" id="{2A4E385E-AA27-3AFE-0728-FB654C140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9EB7C9-C565-114E-7E00-8A16AF9FF88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1">
            <a:extLst>
              <a:ext uri="{FF2B5EF4-FFF2-40B4-BE49-F238E27FC236}">
                <a16:creationId xmlns:a16="http://schemas.microsoft.com/office/drawing/2014/main" id="{5A998B88-0D3B-DBEE-1163-A54ED209BC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7592B17C-6A29-E6EA-9B26-2B06C0350B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32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E8F342-DD53-FB35-8D0F-638943BBD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3"/>
            <a:ext cx="10976182" cy="59227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65D90329-AC0E-151A-56F9-671BF8480F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39089040-750E-CE8E-C2D7-2D299B51F4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53DDB1B2-6F3E-C4D3-973A-24988D689B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A7240-3F7A-7A65-1FFF-D5120BB96CE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27E9FE4-4ECB-4A6E-A8B6-A8899932C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F340FB-61BF-7C6A-779B-4BCBD62D2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10972801" cy="3984625"/>
          </a:xfr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3F6ADE1F-CE43-F342-D572-39DB1280DC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8F618BBC-ECA7-84F0-D6C6-5F97E6C47F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8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Text +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NUMBERS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6C68C7-3E16-AB97-DC20-77DEB104BD96}"/>
              </a:ext>
            </a:extLst>
          </p:cNvPr>
          <p:cNvGrpSpPr/>
          <p:nvPr userDrawn="1"/>
        </p:nvGrpSpPr>
        <p:grpSpPr>
          <a:xfrm>
            <a:off x="9194796" y="-553305"/>
            <a:ext cx="2794005" cy="3779105"/>
            <a:chOff x="8325230" y="3731520"/>
            <a:chExt cx="5314619" cy="718843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16CCADE-0290-C40F-9DC9-D651093DB140}"/>
                </a:ext>
              </a:extLst>
            </p:cNvPr>
            <p:cNvSpPr/>
            <p:nvPr/>
          </p:nvSpPr>
          <p:spPr>
            <a:xfrm>
              <a:off x="10094268" y="3731520"/>
              <a:ext cx="3545581" cy="3545581"/>
            </a:xfrm>
            <a:prstGeom prst="ellipse">
              <a:avLst/>
            </a:prstGeom>
            <a:solidFill>
              <a:srgbClr val="DB3B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13CF58-307B-B6EA-0096-B27369DBA110}"/>
                </a:ext>
              </a:extLst>
            </p:cNvPr>
            <p:cNvSpPr/>
            <p:nvPr/>
          </p:nvSpPr>
          <p:spPr>
            <a:xfrm>
              <a:off x="8325230" y="7277186"/>
              <a:ext cx="1964590" cy="196459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D6CB0D-838C-13D3-A0C6-5FC86E2864B6}"/>
                </a:ext>
              </a:extLst>
            </p:cNvPr>
            <p:cNvSpPr/>
            <p:nvPr/>
          </p:nvSpPr>
          <p:spPr>
            <a:xfrm>
              <a:off x="10271239" y="9698457"/>
              <a:ext cx="1221493" cy="122149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</p:grp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0E2FAE6-8E7D-F93F-301C-36B3F2D73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10972801" cy="3984625"/>
          </a:xfr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7353AC26-4884-A747-8881-10534605D9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61F48AF0-05B2-CC7C-D873-938B99ADB5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9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&amp; Pictur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600" cy="6524784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285999"/>
            <a:ext cx="6924642" cy="405063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5158ABC0-7E5D-0C30-3815-A422109582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BC215801-2DE1-E9DF-B9A3-513B44F3B2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6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Two Pictures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600" cy="3219448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285999"/>
            <a:ext cx="6924642" cy="405063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5158ABC0-7E5D-0C30-3815-A422109582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BC215801-2DE1-E9DF-B9A3-513B44F3B2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2B16BDF-1549-554C-7AF6-7700EF2847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6400" y="3552664"/>
            <a:ext cx="4165600" cy="3305336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0508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EAFCD1-6A17-79FB-2A65-73AB28884FBC}"/>
              </a:ext>
            </a:extLst>
          </p:cNvPr>
          <p:cNvSpPr txBox="1"/>
          <p:nvPr userDrawn="1"/>
        </p:nvSpPr>
        <p:spPr>
          <a:xfrm>
            <a:off x="722390" y="1240795"/>
            <a:ext cx="1143837" cy="2349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667" b="1" i="0">
                <a:solidFill>
                  <a:schemeClr val="tx2"/>
                </a:solidFill>
                <a:latin typeface="Open Sans Semibold" panose="020B0606030504020204" pitchFamily="34" charset="0"/>
              </a:rPr>
              <a:t>“</a:t>
            </a:r>
            <a:endParaRPr lang="en-GB" sz="14667" b="1" i="0" dirty="0">
              <a:solidFill>
                <a:schemeClr val="tx2"/>
              </a:solidFill>
              <a:latin typeface="Open Sans Semibold" panose="020B0606030504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045F45-24C1-6516-557D-BBC33C11C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985" y="2475683"/>
            <a:ext cx="6632575" cy="2199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Quote 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453F6D-BD93-921C-7D12-E412349898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599" cy="652478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36CB86B-7B1F-98AF-EDE7-4B18858BD4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986" y="5083812"/>
            <a:ext cx="6688137" cy="272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DE9CD58-6C28-3E30-3786-217EF51BC4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7985" y="5373422"/>
            <a:ext cx="6688137" cy="43301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9F1216-34CC-DD54-CE8C-B569EF87FCFE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1">
            <a:extLst>
              <a:ext uri="{FF2B5EF4-FFF2-40B4-BE49-F238E27FC236}">
                <a16:creationId xmlns:a16="http://schemas.microsoft.com/office/drawing/2014/main" id="{11BF9548-2D1D-A410-90B1-85B17457DA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A9B13EE4-FD6A-F51B-22C0-0F3BA83E97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3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Pictur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72AAD51-E142-0F31-ADA4-78599E2EF3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480733"/>
            <a:ext cx="6103257" cy="4377268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4B381-06CA-38E7-920E-6F014C3C7E0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6AF7891-3173-0DC7-41CD-72897172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4"/>
            <a:ext cx="10896601" cy="536122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BDE7BA40-187B-8212-31C5-9614AFAE1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8" y="1554929"/>
            <a:ext cx="10896601" cy="307717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6534F2-253B-C301-5448-0881538C5E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0" y="2687638"/>
            <a:ext cx="4648200" cy="3684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BC4E1562-328C-1A3A-C76D-76D9A69D27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0AC7900D-AF55-5D17-4B34-EC4B2CE1D7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26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Pictur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33215"/>
            <a:ext cx="5513614" cy="652478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7690" y="2467155"/>
            <a:ext cx="5513614" cy="3869477"/>
          </a:xfrm>
          <a:prstGeom prst="rect">
            <a:avLst/>
          </a:prstGeom>
        </p:spPr>
        <p:txBody>
          <a:bodyPr lIns="0" rIns="0"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7690" y="885422"/>
            <a:ext cx="5486400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4310" y="1554930"/>
            <a:ext cx="5513614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ED86EEA2-BA54-0087-1CC4-4FA3E296B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7E5A9FA3-8A12-780A-84F3-1191EBCA5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33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Picture (bottom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72AAD51-E142-0F31-ADA4-78599E2EF3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480733"/>
            <a:ext cx="6103257" cy="437726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4B381-06CA-38E7-920E-6F014C3C7E0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6AF7891-3173-0DC7-41CD-728971727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4"/>
            <a:ext cx="10896601" cy="536122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BDE7BA40-187B-8212-31C5-9614AFAE1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5682640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6534F2-253B-C301-5448-0881538C5E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0" y="2687638"/>
            <a:ext cx="4648200" cy="3684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20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E02D87-2078-84E7-8A75-AF37C2E73E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1C2A30FC-789C-08BB-36D2-6EFFECD497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49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NUMBERS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0D737015-4110-3DF0-5951-6F1EF098270F}"/>
              </a:ext>
            </a:extLst>
          </p:cNvPr>
          <p:cNvSpPr/>
          <p:nvPr userDrawn="1"/>
        </p:nvSpPr>
        <p:spPr>
          <a:xfrm>
            <a:off x="8029780" y="333215"/>
            <a:ext cx="4162219" cy="6522296"/>
          </a:xfrm>
          <a:custGeom>
            <a:avLst/>
            <a:gdLst/>
            <a:ahLst/>
            <a:cxnLst/>
            <a:rect l="l" t="t" r="r" b="b"/>
            <a:pathLst>
              <a:path w="2408296" h="2709333">
                <a:moveTo>
                  <a:pt x="0" y="0"/>
                </a:moveTo>
                <a:lnTo>
                  <a:pt x="2408296" y="0"/>
                </a:lnTo>
                <a:lnTo>
                  <a:pt x="2408296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tx2"/>
          </a:solidFill>
        </p:spPr>
        <p:txBody>
          <a:bodyPr/>
          <a:lstStyle/>
          <a:p>
            <a:endParaRPr lang="en-GB" sz="800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7C6F240-6CEE-8B3A-E1E6-A80DE77A49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19793" y="2038350"/>
            <a:ext cx="4260850" cy="42608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8545616E-49CE-C9C1-AC7A-69BCB7675E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9399" y="2290017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4CE033-30FB-45FA-2B2E-30F6EDEDDA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5225" y="2128574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F35854C-432E-833C-C491-E038B0792B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9399" y="5446141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B4863E96-D19A-9BE0-A0A4-4CE25EFC0B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225" y="5284698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41BA745F-BCEA-B1C8-170A-B91A219558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88296" y="3335611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F64D4106-0FEC-B5AA-C3A3-9000C53DBB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4122" y="3174168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141E1918-D7E0-6F74-81FB-869BC014B2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99399" y="4391815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Descriptors (max 2 lines)</a:t>
            </a:r>
            <a:endParaRPr lang="en-GB" dirty="0"/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01015B58-7B98-DD29-7621-94346B9D93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5225" y="4230372"/>
            <a:ext cx="1178392" cy="815122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buNone/>
              <a:defRPr sz="6000"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##</a:t>
            </a:r>
            <a:endParaRPr lang="en-GB" dirty="0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A8C99726-7F1F-2B77-CD24-208BF1094B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EBD20DD1-91E6-CDB4-DE9B-0F35E45838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8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&amp; Picture (small,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2123A50F-AC75-8FD2-05CC-6ABB01899E4A}"/>
              </a:ext>
            </a:extLst>
          </p:cNvPr>
          <p:cNvSpPr/>
          <p:nvPr userDrawn="1"/>
        </p:nvSpPr>
        <p:spPr>
          <a:xfrm>
            <a:off x="8029780" y="333215"/>
            <a:ext cx="4162219" cy="6522296"/>
          </a:xfrm>
          <a:custGeom>
            <a:avLst/>
            <a:gdLst/>
            <a:ahLst/>
            <a:cxnLst/>
            <a:rect l="l" t="t" r="r" b="b"/>
            <a:pathLst>
              <a:path w="2408296" h="2709333">
                <a:moveTo>
                  <a:pt x="0" y="0"/>
                </a:moveTo>
                <a:lnTo>
                  <a:pt x="2408296" y="0"/>
                </a:lnTo>
                <a:lnTo>
                  <a:pt x="2408296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tx2"/>
          </a:solidFill>
        </p:spPr>
        <p:txBody>
          <a:bodyPr/>
          <a:lstStyle/>
          <a:p>
            <a:endParaRPr lang="en-GB" sz="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7A979C-BE33-0E97-4E8F-357910748AB7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0D8909D-9842-0E8A-5195-7AD122C47D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C1FBAC5-D770-5D2A-BC2B-71F2A94BF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1EE0A96B-F1EE-E4BD-B882-C15F63D8F3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1898" y="2506132"/>
            <a:ext cx="5490102" cy="3569135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48ACAA-7182-46DD-D4CA-1070C7B178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506132"/>
            <a:ext cx="5486400" cy="3569135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6630D254-2D7C-D87E-2A13-6AA5F31B37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3" name="Picture 27">
            <a:extLst>
              <a:ext uri="{FF2B5EF4-FFF2-40B4-BE49-F238E27FC236}">
                <a16:creationId xmlns:a16="http://schemas.microsoft.com/office/drawing/2014/main" id="{FC5E2AA7-EC03-E004-D3A1-72FCE6DC47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176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- Six points + Bu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NUMBERS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8545616E-49CE-C9C1-AC7A-69BCB7675E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92011" y="3815561"/>
            <a:ext cx="2521373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1C93F7D-157E-71F4-4A73-FE2101D24442}"/>
              </a:ext>
            </a:extLst>
          </p:cNvPr>
          <p:cNvSpPr txBox="1"/>
          <p:nvPr/>
        </p:nvSpPr>
        <p:spPr>
          <a:xfrm>
            <a:off x="765081" y="33274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1</a:t>
            </a:r>
            <a:endParaRPr lang="en-GB" sz="8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A470C15-0F75-9FAA-930F-1F9811E739EE}"/>
              </a:ext>
            </a:extLst>
          </p:cNvPr>
          <p:cNvSpPr txBox="1"/>
          <p:nvPr/>
        </p:nvSpPr>
        <p:spPr>
          <a:xfrm>
            <a:off x="765081" y="464514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D03C9CF-01F6-102A-1DE3-5D33B1F3314E}"/>
              </a:ext>
            </a:extLst>
          </p:cNvPr>
          <p:cNvSpPr txBox="1"/>
          <p:nvPr/>
        </p:nvSpPr>
        <p:spPr>
          <a:xfrm>
            <a:off x="8048195" y="33274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FCAD6302-4733-1639-9ACB-A60B69662143}"/>
              </a:ext>
            </a:extLst>
          </p:cNvPr>
          <p:cNvSpPr txBox="1"/>
          <p:nvPr/>
        </p:nvSpPr>
        <p:spPr>
          <a:xfrm>
            <a:off x="4420120" y="33274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2</a:t>
            </a:r>
            <a:endParaRPr lang="en-GB" sz="8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83480DE6-83A7-5841-6B1B-17BD49FD0F20}"/>
              </a:ext>
            </a:extLst>
          </p:cNvPr>
          <p:cNvSpPr txBox="1"/>
          <p:nvPr/>
        </p:nvSpPr>
        <p:spPr>
          <a:xfrm>
            <a:off x="4420120" y="46990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1B7EE322-6E26-85E5-CB76-E221F36DEEF1}"/>
              </a:ext>
            </a:extLst>
          </p:cNvPr>
          <p:cNvSpPr txBox="1"/>
          <p:nvPr/>
        </p:nvSpPr>
        <p:spPr>
          <a:xfrm>
            <a:off x="7975307" y="4699000"/>
            <a:ext cx="657026" cy="14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8000" b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  <a:endParaRPr lang="en-GB" sz="8000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6C68C7-3E16-AB97-DC20-77DEB104BD96}"/>
              </a:ext>
            </a:extLst>
          </p:cNvPr>
          <p:cNvGrpSpPr/>
          <p:nvPr userDrawn="1"/>
        </p:nvGrpSpPr>
        <p:grpSpPr>
          <a:xfrm>
            <a:off x="9194796" y="-553305"/>
            <a:ext cx="2794005" cy="3779105"/>
            <a:chOff x="8325230" y="3731520"/>
            <a:chExt cx="5314619" cy="718843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16CCADE-0290-C40F-9DC9-D651093DB140}"/>
                </a:ext>
              </a:extLst>
            </p:cNvPr>
            <p:cNvSpPr/>
            <p:nvPr/>
          </p:nvSpPr>
          <p:spPr>
            <a:xfrm>
              <a:off x="10094268" y="3731520"/>
              <a:ext cx="3545581" cy="3545581"/>
            </a:xfrm>
            <a:prstGeom prst="ellipse">
              <a:avLst/>
            </a:prstGeom>
            <a:solidFill>
              <a:srgbClr val="DB3B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13CF58-307B-B6EA-0096-B27369DBA110}"/>
                </a:ext>
              </a:extLst>
            </p:cNvPr>
            <p:cNvSpPr/>
            <p:nvPr/>
          </p:nvSpPr>
          <p:spPr>
            <a:xfrm>
              <a:off x="8325230" y="7277186"/>
              <a:ext cx="1964590" cy="196459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D6CB0D-838C-13D3-A0C6-5FC86E2864B6}"/>
                </a:ext>
              </a:extLst>
            </p:cNvPr>
            <p:cNvSpPr/>
            <p:nvPr/>
          </p:nvSpPr>
          <p:spPr>
            <a:xfrm>
              <a:off x="10271239" y="9698457"/>
              <a:ext cx="1221493" cy="122149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</p:grp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CFEEDEB3-EA41-5EAD-0E0D-56FE89C7C6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92010" y="5169349"/>
            <a:ext cx="2521373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BE75134-3E23-031D-CAEF-97C99E7606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7745" y="3815561"/>
            <a:ext cx="2563292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0CB84A41-FF43-0798-ED5D-1CA4CE481C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7744" y="5169349"/>
            <a:ext cx="2563292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CA2DF444-F0DD-2577-9766-4E2E49AC39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47025" y="3815561"/>
            <a:ext cx="2547684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0C341C3D-6E2E-5E9A-0633-4C6F711045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47024" y="5169349"/>
            <a:ext cx="2547685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937F1FD-6C1B-1025-0FF1-0E98932C22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556686E3-3A8A-3FBF-CBD0-17F47C1E66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e - 6 pointer + Bob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9DF3289-F632-16DF-896B-6BE9F60505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5206600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9E552A4-E334-2AF4-3DC9-BEC5F057D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29"/>
            <a:ext cx="5206600" cy="333303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Secundary heading</a:t>
            </a:r>
            <a:endParaRPr lang="en-GB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8545616E-49CE-C9C1-AC7A-69BCB7675E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00550" y="973622"/>
            <a:ext cx="4181850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CFEEDEB3-EA41-5EAD-0E0D-56FE89C7C6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00551" y="2461772"/>
            <a:ext cx="4181849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BE75134-3E23-031D-CAEF-97C99E7606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0551" y="3884016"/>
            <a:ext cx="4181848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0CB84A41-FF43-0798-ED5D-1CA4CE481C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00551" y="5216589"/>
            <a:ext cx="4181848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CA2DF444-F0DD-2577-9766-4E2E49AC39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47025" y="3884017"/>
            <a:ext cx="4169176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0C341C3D-6E2E-5E9A-0633-4C6F711045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47024" y="5216589"/>
            <a:ext cx="4169176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5FDD8-251D-4029-D54D-BA0F5FB763B3}"/>
              </a:ext>
            </a:extLst>
          </p:cNvPr>
          <p:cNvSpPr txBox="1"/>
          <p:nvPr userDrawn="1"/>
        </p:nvSpPr>
        <p:spPr>
          <a:xfrm>
            <a:off x="604464" y="1888237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1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76348-C462-21E6-8862-20EE62FF18AE}"/>
              </a:ext>
            </a:extLst>
          </p:cNvPr>
          <p:cNvSpPr txBox="1"/>
          <p:nvPr userDrawn="1"/>
        </p:nvSpPr>
        <p:spPr>
          <a:xfrm>
            <a:off x="6279863" y="1888237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5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A34CE-13CA-BC00-8257-F5CD786B30E0}"/>
              </a:ext>
            </a:extLst>
          </p:cNvPr>
          <p:cNvSpPr txBox="1"/>
          <p:nvPr userDrawn="1"/>
        </p:nvSpPr>
        <p:spPr>
          <a:xfrm>
            <a:off x="609600" y="3308306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2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6D474BE-6D03-1B6C-9C27-280DFA729DEA}"/>
              </a:ext>
            </a:extLst>
          </p:cNvPr>
          <p:cNvSpPr txBox="1"/>
          <p:nvPr userDrawn="1"/>
        </p:nvSpPr>
        <p:spPr>
          <a:xfrm>
            <a:off x="6284999" y="3308306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6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E35571-7339-FB2B-89E3-6B52AB2F8639}"/>
              </a:ext>
            </a:extLst>
          </p:cNvPr>
          <p:cNvSpPr txBox="1"/>
          <p:nvPr userDrawn="1"/>
        </p:nvSpPr>
        <p:spPr>
          <a:xfrm>
            <a:off x="609600" y="4684243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3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870F09D-F740-CB55-FE9E-C2DFA8E6709F}"/>
              </a:ext>
            </a:extLst>
          </p:cNvPr>
          <p:cNvSpPr txBox="1"/>
          <p:nvPr userDrawn="1"/>
        </p:nvSpPr>
        <p:spPr>
          <a:xfrm>
            <a:off x="6284999" y="4684243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7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809B7-2D9D-D2F5-9D38-E5E89CDBE5B8}"/>
              </a:ext>
            </a:extLst>
          </p:cNvPr>
          <p:cNvSpPr txBox="1"/>
          <p:nvPr userDrawn="1"/>
        </p:nvSpPr>
        <p:spPr>
          <a:xfrm>
            <a:off x="6274727" y="468168"/>
            <a:ext cx="657026" cy="142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4</a:t>
            </a:r>
            <a:endParaRPr lang="en-GB" sz="60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9E31C92-685B-A235-D213-E2EEBAFA9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47025" y="2461773"/>
            <a:ext cx="4169176" cy="78183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Descriptor </a:t>
            </a:r>
          </a:p>
          <a:p>
            <a:pPr lvl="0"/>
            <a:r>
              <a:rPr lang="en-GB"/>
              <a:t>(max 3 lines)</a:t>
            </a:r>
            <a:endParaRPr lang="en-GB" dirty="0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46DC7745-E6C0-C288-627E-D050A9F00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0" name="Picture 27">
            <a:extLst>
              <a:ext uri="{FF2B5EF4-FFF2-40B4-BE49-F238E27FC236}">
                <a16:creationId xmlns:a16="http://schemas.microsoft.com/office/drawing/2014/main" id="{26371473-4152-7A90-1054-F2A14FCB9B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60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0">
            <a:extLst>
              <a:ext uri="{FF2B5EF4-FFF2-40B4-BE49-F238E27FC236}">
                <a16:creationId xmlns:a16="http://schemas.microsoft.com/office/drawing/2014/main" id="{04967EB6-63AB-C7F8-A046-A3298FC6267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24379" y="2454448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7C80660B-B9A3-9EC1-CC73-F5E3611854D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039100" y="2454448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9" name="Picture Placeholder 30">
            <a:extLst>
              <a:ext uri="{FF2B5EF4-FFF2-40B4-BE49-F238E27FC236}">
                <a16:creationId xmlns:a16="http://schemas.microsoft.com/office/drawing/2014/main" id="{2F730A3A-577D-7C12-2C68-7B00960DCA9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58" y="3868732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Picture Placeholder 30">
            <a:extLst>
              <a:ext uri="{FF2B5EF4-FFF2-40B4-BE49-F238E27FC236}">
                <a16:creationId xmlns:a16="http://schemas.microsoft.com/office/drawing/2014/main" id="{1334C44F-DA24-79B6-267B-FB191170917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324379" y="3868732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Picture Placeholder 30">
            <a:extLst>
              <a:ext uri="{FF2B5EF4-FFF2-40B4-BE49-F238E27FC236}">
                <a16:creationId xmlns:a16="http://schemas.microsoft.com/office/drawing/2014/main" id="{FB863EBE-0995-BAA2-9FFD-F8A50F7B5A4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039100" y="3868732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2" name="Picture Placeholder 30">
            <a:extLst>
              <a:ext uri="{FF2B5EF4-FFF2-40B4-BE49-F238E27FC236}">
                <a16:creationId xmlns:a16="http://schemas.microsoft.com/office/drawing/2014/main" id="{26E7C717-EE40-CBB4-C613-787279B1930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09658" y="5283016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3" name="Picture Placeholder 30">
            <a:extLst>
              <a:ext uri="{FF2B5EF4-FFF2-40B4-BE49-F238E27FC236}">
                <a16:creationId xmlns:a16="http://schemas.microsoft.com/office/drawing/2014/main" id="{0219B48B-4F81-4D17-12EC-03D5F089F08E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24379" y="5283016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Picture Placeholder 30">
            <a:extLst>
              <a:ext uri="{FF2B5EF4-FFF2-40B4-BE49-F238E27FC236}">
                <a16:creationId xmlns:a16="http://schemas.microsoft.com/office/drawing/2014/main" id="{DD4F8AE2-D913-A814-1C17-CB8688A7473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039100" y="5283016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7B0233F7-824F-8BC9-0EE1-C74748DE1C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1212" y="551394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C4D28FD4-FE79-8F7C-98EC-E4BB3673B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21212" y="574847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7A9AF82-8588-D5C4-6C9A-63BCC5C9C9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58" y="2454448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A7240-3F7A-7A65-1FFF-D5120BB96CE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1"/>
            <a:ext cx="10888663" cy="1164087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PEOPLE PAGE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AC68203-25BD-9B65-D378-A43C61F90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1212" y="269300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825D03AB-8F6B-7C49-7AED-9195152A7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1212" y="292753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 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39E077FD-50F9-5F99-C76F-CF67D1D556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1212" y="4107291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42" name="Text Placeholder 34">
            <a:extLst>
              <a:ext uri="{FF2B5EF4-FFF2-40B4-BE49-F238E27FC236}">
                <a16:creationId xmlns:a16="http://schemas.microsoft.com/office/drawing/2014/main" id="{8C79D1BE-CAAE-7C0C-7F8B-10629EF388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21212" y="4341818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0" name="Text Placeholder 34">
            <a:extLst>
              <a:ext uri="{FF2B5EF4-FFF2-40B4-BE49-F238E27FC236}">
                <a16:creationId xmlns:a16="http://schemas.microsoft.com/office/drawing/2014/main" id="{11D903A0-3A4B-648A-3137-0DB61F4EEF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50654" y="551394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01" name="Text Placeholder 34">
            <a:extLst>
              <a:ext uri="{FF2B5EF4-FFF2-40B4-BE49-F238E27FC236}">
                <a16:creationId xmlns:a16="http://schemas.microsoft.com/office/drawing/2014/main" id="{13EF1B79-0E12-401B-8E1F-C4F70D21B2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50654" y="574847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3" name="Text Placeholder 34">
            <a:extLst>
              <a:ext uri="{FF2B5EF4-FFF2-40B4-BE49-F238E27FC236}">
                <a16:creationId xmlns:a16="http://schemas.microsoft.com/office/drawing/2014/main" id="{B6B9854A-5ADA-6BF4-CDD4-69ADEDD82EC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0654" y="269300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04" name="Text Placeholder 34">
            <a:extLst>
              <a:ext uri="{FF2B5EF4-FFF2-40B4-BE49-F238E27FC236}">
                <a16:creationId xmlns:a16="http://schemas.microsoft.com/office/drawing/2014/main" id="{0E14CDE9-F7E4-F01A-C303-5E3527D921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50654" y="292753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6" name="Text Placeholder 34">
            <a:extLst>
              <a:ext uri="{FF2B5EF4-FFF2-40B4-BE49-F238E27FC236}">
                <a16:creationId xmlns:a16="http://schemas.microsoft.com/office/drawing/2014/main" id="{E5F3D110-D18C-7C88-6608-CBEC39FAED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0654" y="4107291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07" name="Text Placeholder 34">
            <a:extLst>
              <a:ext uri="{FF2B5EF4-FFF2-40B4-BE49-F238E27FC236}">
                <a16:creationId xmlns:a16="http://schemas.microsoft.com/office/drawing/2014/main" id="{C7B56A27-A24B-479E-0684-B75AE3B8BB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0654" y="4341818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09" name="Text Placeholder 34">
            <a:extLst>
              <a:ext uri="{FF2B5EF4-FFF2-40B4-BE49-F238E27FC236}">
                <a16:creationId xmlns:a16="http://schemas.microsoft.com/office/drawing/2014/main" id="{A04B818C-8A90-95CB-3E8E-F494FE1E22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35933" y="551394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10" name="Text Placeholder 34">
            <a:extLst>
              <a:ext uri="{FF2B5EF4-FFF2-40B4-BE49-F238E27FC236}">
                <a16:creationId xmlns:a16="http://schemas.microsoft.com/office/drawing/2014/main" id="{CCE39DFA-C164-BD18-4426-AFEE5C70D5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35933" y="574847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12" name="Text Placeholder 34">
            <a:extLst>
              <a:ext uri="{FF2B5EF4-FFF2-40B4-BE49-F238E27FC236}">
                <a16:creationId xmlns:a16="http://schemas.microsoft.com/office/drawing/2014/main" id="{36FD3BFE-5E9B-0956-7513-097EFB0A163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5933" y="2693007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13" name="Text Placeholder 34">
            <a:extLst>
              <a:ext uri="{FF2B5EF4-FFF2-40B4-BE49-F238E27FC236}">
                <a16:creationId xmlns:a16="http://schemas.microsoft.com/office/drawing/2014/main" id="{F8A365B4-71AB-376B-D88F-4357114FE5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35933" y="2927534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15" name="Text Placeholder 34">
            <a:extLst>
              <a:ext uri="{FF2B5EF4-FFF2-40B4-BE49-F238E27FC236}">
                <a16:creationId xmlns:a16="http://schemas.microsoft.com/office/drawing/2014/main" id="{5F503632-EE93-0B41-883C-141FFD3D322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635933" y="4107291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16" name="Text Placeholder 34">
            <a:extLst>
              <a:ext uri="{FF2B5EF4-FFF2-40B4-BE49-F238E27FC236}">
                <a16:creationId xmlns:a16="http://schemas.microsoft.com/office/drawing/2014/main" id="{FC807507-F7E4-A761-ED7D-BC2A4A70A31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35933" y="4341818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sp>
        <p:nvSpPr>
          <p:cNvPr id="15" name="Picture Placeholder 30">
            <a:extLst>
              <a:ext uri="{FF2B5EF4-FFF2-40B4-BE49-F238E27FC236}">
                <a16:creationId xmlns:a16="http://schemas.microsoft.com/office/drawing/2014/main" id="{EC6C8468-9D88-1067-0EA2-25487350431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039100" y="1010989"/>
            <a:ext cx="1149798" cy="1149798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6" name="Text Placeholder 34">
            <a:extLst>
              <a:ext uri="{FF2B5EF4-FFF2-40B4-BE49-F238E27FC236}">
                <a16:creationId xmlns:a16="http://schemas.microsoft.com/office/drawing/2014/main" id="{726A7D47-316D-B510-3EC3-7F4F4E80AB1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50654" y="1249548"/>
            <a:ext cx="2189648" cy="155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7" name="Text Placeholder 34">
            <a:extLst>
              <a:ext uri="{FF2B5EF4-FFF2-40B4-BE49-F238E27FC236}">
                <a16:creationId xmlns:a16="http://schemas.microsoft.com/office/drawing/2014/main" id="{6C03D5D4-07D6-CEDA-9564-EE128BC85A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50654" y="1484075"/>
            <a:ext cx="2189648" cy="3257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sz="1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</a:p>
          <a:p>
            <a:pPr lvl="0"/>
            <a:r>
              <a:rPr lang="en-GB"/>
              <a:t>2 lines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F0FABF96-3174-CEFB-9D6A-8DAA7116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8" name="Picture 27">
            <a:extLst>
              <a:ext uri="{FF2B5EF4-FFF2-40B4-BE49-F238E27FC236}">
                <a16:creationId xmlns:a16="http://schemas.microsoft.com/office/drawing/2014/main" id="{02C2CE67-C2F7-0ED7-A479-5573C76D87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45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4 Categories - Text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E8F342-DD53-FB35-8D0F-638943BBD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3"/>
            <a:ext cx="10976182" cy="59227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F6DC50-7786-D678-B7A1-A4676648B43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65D90329-AC0E-151A-56F9-671BF8480F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2F9CFC-D19E-1E81-B19B-E5EFD6A1E04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238703"/>
            <a:ext cx="0" cy="415995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B78C56-78E7-93CF-68EB-2D4909000BE9}"/>
              </a:ext>
            </a:extLst>
          </p:cNvPr>
          <p:cNvCxnSpPr>
            <a:cxnSpLocks/>
          </p:cNvCxnSpPr>
          <p:nvPr userDrawn="1"/>
        </p:nvCxnSpPr>
        <p:spPr>
          <a:xfrm flipH="1">
            <a:off x="606219" y="4300873"/>
            <a:ext cx="10976182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B01B84-3032-AC15-914E-6AEC14C356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85545" y="258748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85BCAFF-5169-CC8D-013A-945D1B14BE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5545" y="486321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A312EBD-4EAA-FDE4-8A2D-DC77271229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75326" y="258748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FCBDCA8-A6A1-C9C3-FEB5-ED38430719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75326" y="4863215"/>
            <a:ext cx="3026980" cy="1166813"/>
          </a:xfrm>
        </p:spPr>
        <p:txBody>
          <a:bodyPr anchor="ctr"/>
          <a:lstStyle>
            <a:lvl1pPr marL="14288" indent="-14288">
              <a:buNone/>
              <a:tabLst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7606B7A4-A44D-19E6-2174-982C623B4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A6E68F1E-3BC2-0338-A74A-5AC95EBB79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7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- 3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7B27721-A45F-7020-ADB3-EE2D37A0D6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3250594"/>
            <a:ext cx="2873823" cy="3274173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7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Point</a:t>
            </a:r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1CAD48E-C68D-AC4E-0ACC-F653FF79B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867" y="3285369"/>
            <a:ext cx="3761746" cy="3239391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7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Point</a:t>
            </a:r>
            <a:endParaRPr lang="en-GB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812F1EA-CEF6-3735-EA25-704543A01D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2916" y="3285368"/>
            <a:ext cx="2818341" cy="3239373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7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Point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932341C-CAAB-9595-6FC4-1ED44BB610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2249247"/>
            <a:ext cx="2873829" cy="319780"/>
          </a:xfrm>
          <a:prstGeom prst="rect">
            <a:avLst/>
          </a:prstGeom>
        </p:spPr>
        <p:txBody>
          <a:bodyPr lIns="0" rIns="0"/>
          <a:lstStyle>
            <a:lvl1pPr>
              <a:buNone/>
              <a:defRPr sz="2400" b="1" i="0" cap="all" spc="0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TITLE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B2AE704-A658-1E33-BC80-66D7DB5676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42867" y="2239090"/>
            <a:ext cx="3761743" cy="329933"/>
          </a:xfrm>
          <a:prstGeom prst="rect">
            <a:avLst/>
          </a:prstGeom>
        </p:spPr>
        <p:txBody>
          <a:bodyPr lIns="0" rIns="0"/>
          <a:lstStyle>
            <a:lvl1pPr>
              <a:buNone/>
              <a:defRPr sz="2400" b="1" i="0" cap="all" spc="0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TITLE</a:t>
            </a:r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E880A78D-8AEB-210F-0DD1-56FD66DFC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4059" y="2249247"/>
            <a:ext cx="2818341" cy="319770"/>
          </a:xfrm>
          <a:prstGeom prst="rect">
            <a:avLst/>
          </a:prstGeom>
        </p:spPr>
        <p:txBody>
          <a:bodyPr lIns="0" rIns="0"/>
          <a:lstStyle>
            <a:lvl1pPr>
              <a:buNone/>
              <a:defRPr sz="2400" b="1" i="0" cap="all" spc="0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TITLE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8EDD64-63A8-6FA5-ED45-9BB03839B19D}"/>
              </a:ext>
            </a:extLst>
          </p:cNvPr>
          <p:cNvCxnSpPr>
            <a:cxnSpLocks/>
          </p:cNvCxnSpPr>
          <p:nvPr userDrawn="1"/>
        </p:nvCxnSpPr>
        <p:spPr>
          <a:xfrm>
            <a:off x="-36307" y="2057400"/>
            <a:ext cx="1222830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AD5427-C544-0509-A163-9AC28A479E65}"/>
              </a:ext>
            </a:extLst>
          </p:cNvPr>
          <p:cNvCxnSpPr>
            <a:cxnSpLocks/>
          </p:cNvCxnSpPr>
          <p:nvPr userDrawn="1"/>
        </p:nvCxnSpPr>
        <p:spPr>
          <a:xfrm>
            <a:off x="3810008" y="2057400"/>
            <a:ext cx="0" cy="48006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E2CCF3-BF0E-985C-34CC-C013376E443C}"/>
              </a:ext>
            </a:extLst>
          </p:cNvPr>
          <p:cNvCxnSpPr>
            <a:cxnSpLocks/>
          </p:cNvCxnSpPr>
          <p:nvPr userDrawn="1"/>
        </p:nvCxnSpPr>
        <p:spPr>
          <a:xfrm>
            <a:off x="8331200" y="2057400"/>
            <a:ext cx="0" cy="48006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0C8D65-B580-D3A5-C41E-50A89ED591C6}"/>
              </a:ext>
            </a:extLst>
          </p:cNvPr>
          <p:cNvCxnSpPr>
            <a:cxnSpLocks/>
          </p:cNvCxnSpPr>
          <p:nvPr userDrawn="1"/>
        </p:nvCxnSpPr>
        <p:spPr>
          <a:xfrm>
            <a:off x="-36307" y="2819400"/>
            <a:ext cx="1222830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B47D6A-95A2-3712-53E1-86F8C00F53E2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EEE2249-4722-BC3A-5814-B15D0E1C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11061168" cy="52246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CHART HEADING IN CAPS 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B62B65A8-0BC2-7BB6-AF21-D2DF62AFF5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7" name="Picture 27">
            <a:extLst>
              <a:ext uri="{FF2B5EF4-FFF2-40B4-BE49-F238E27FC236}">
                <a16:creationId xmlns:a16="http://schemas.microsoft.com/office/drawing/2014/main" id="{AE42F972-889E-7C90-F1CF-142C7357F1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72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519802-AC08-D4FA-6984-4936D469142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1">
            <a:extLst>
              <a:ext uri="{FF2B5EF4-FFF2-40B4-BE49-F238E27FC236}">
                <a16:creationId xmlns:a16="http://schemas.microsoft.com/office/drawing/2014/main" id="{D89C1107-C0ED-F2DC-248E-17078C557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289B0C6B-2192-5CAF-4DD7-B551B0852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79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96B4A7-969E-8FFE-B169-40C5A6C74A1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81D3924-F063-C9E8-2F9A-F7E566ABEB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885422"/>
            <a:ext cx="9382699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3BB3238-6094-2851-CDB8-985528FFC7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9382699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03AD5053-955A-7E90-A826-4066068ADA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5" name="Picture 27">
            <a:extLst>
              <a:ext uri="{FF2B5EF4-FFF2-40B4-BE49-F238E27FC236}">
                <a16:creationId xmlns:a16="http://schemas.microsoft.com/office/drawing/2014/main" id="{C821BDC7-9D48-C221-00B5-990A2B15D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80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A7240-3F7A-7A65-1FFF-D5120BB96CE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27E9FE4-4ECB-4A6E-A8B6-A8899932C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F340FB-61BF-7C6A-779B-4BCBD62D2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10972801" cy="3984625"/>
          </a:xfr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E4045F62-D01A-36D5-6211-E4F3C7EE51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9535F914-CE1E-62BC-AE58-9F9070843D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92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Picture (right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0ACDF-6978-534F-42B2-0D6CA2487F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600" cy="6524784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FD4B1B-86C8-CE2D-66ED-6B90CFE1A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158409"/>
            <a:ext cx="6924642" cy="417822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Text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CD5B8-4F81-6108-C43E-6140D408BC03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94A4984-7098-3D3E-C212-45B776C18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85422"/>
            <a:ext cx="6928022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7C86D4D-19F6-B67E-60DF-378C3EE5E8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20" y="1554930"/>
            <a:ext cx="692802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B15BD519-AA63-E563-2D52-ECF4130B81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8" name="Picture 27">
            <a:extLst>
              <a:ext uri="{FF2B5EF4-FFF2-40B4-BE49-F238E27FC236}">
                <a16:creationId xmlns:a16="http://schemas.microsoft.com/office/drawing/2014/main" id="{B2090430-3A59-B213-3F61-4913A1E899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64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 +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0E6141-388B-6F9A-961D-1D5822E105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073275"/>
            <a:ext cx="5153025" cy="478472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96B4A7-969E-8FFE-B169-40C5A6C74A1D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9F337A0-E5DB-773E-929F-90274D7F4D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885423"/>
            <a:ext cx="10876477" cy="565983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THREE SIMPLE POINTS</a:t>
            </a:r>
            <a:endParaRPr lang="en-GB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AEB47B4-C327-5AA3-8A89-45879B020B4B}"/>
              </a:ext>
            </a:extLst>
          </p:cNvPr>
          <p:cNvSpPr txBox="1"/>
          <p:nvPr userDrawn="1"/>
        </p:nvSpPr>
        <p:spPr>
          <a:xfrm>
            <a:off x="5744302" y="1950485"/>
            <a:ext cx="657026" cy="1420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1</a:t>
            </a:r>
            <a:endParaRPr lang="en-GB" sz="6000" b="1" i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A23769E-A212-B90A-FAFF-1BAA4B4B393D}"/>
              </a:ext>
            </a:extLst>
          </p:cNvPr>
          <p:cNvSpPr txBox="1"/>
          <p:nvPr userDrawn="1"/>
        </p:nvSpPr>
        <p:spPr>
          <a:xfrm>
            <a:off x="5744302" y="3322085"/>
            <a:ext cx="657026" cy="1420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2</a:t>
            </a:r>
            <a:endParaRPr lang="en-GB" sz="6000" b="1" i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DD3616B9-E6FB-842B-CC18-177BAAF7EAC0}"/>
              </a:ext>
            </a:extLst>
          </p:cNvPr>
          <p:cNvSpPr txBox="1"/>
          <p:nvPr userDrawn="1"/>
        </p:nvSpPr>
        <p:spPr>
          <a:xfrm>
            <a:off x="5744302" y="4693685"/>
            <a:ext cx="657026" cy="1420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GB" sz="60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3</a:t>
            </a:r>
            <a:endParaRPr lang="en-GB" sz="6000" b="1" i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9580F9-75CB-3750-B479-925F9CF1B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25138" y="2620030"/>
            <a:ext cx="4960938" cy="56598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Max two lines</a:t>
            </a:r>
            <a:endParaRPr lang="en-GB" dirty="0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AFE72DBC-7BD1-6FFB-DC84-9466CE7C7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5138" y="3974942"/>
            <a:ext cx="4960938" cy="565989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Max two lines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4E93EBC-852F-2741-F8B1-0FAE4EA98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5138" y="5329854"/>
            <a:ext cx="4960937" cy="565989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0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Max two lines</a:t>
            </a:r>
            <a:endParaRPr lang="en-GB" dirty="0"/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FD32A775-0431-8B82-1DE4-AF4A1CB65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340A7132-349B-758A-562E-A174A1FD8B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00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E307A6-7D73-C41A-CAA2-21D6DA790439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EF21F3-ED0E-3F5D-EAA9-12B0BDD3AB7E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7FEF65-95A2-6057-010D-A5B1037C0A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1EA1D2-767F-8887-0926-8757F4A2CA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39FA7B-1D0F-4FE4-D3B2-34DA053B446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3D175A-25AC-5313-D28C-CED1904241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24D141-287D-F648-75E9-912BC4ED5A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921489-7781-EBF0-BBB1-5B28040F44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359E54-3C27-7427-5A2E-80E94C78E3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64DD7E5-0616-11B4-5DE6-7D04ACFE7B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0808CEB-89EF-A7D9-7EFD-6A88C87800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5349F92-378D-EC1B-BDDF-9A8AEA928A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E196215-F25F-1F98-3174-AF0BE1EBC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E3336C7-0EFF-77AD-3808-006D80DCD7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702ABB9-2AF4-71A1-7881-03B453EE87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CC4A618-FDFC-705F-BCC4-66E8A4BC51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6EE1397-E18A-FBFA-A4AA-2441C73A6A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F39A38D-289A-E27A-757E-B47E1EF695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C6A287E-0F18-2C45-56F2-3F21E07241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A4AC422-6E4C-DA0C-9FFB-190EE2D15D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9284537-6FA4-CB67-D16D-388C5EAA7E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1E7F1D3-25E4-6244-F87D-D52E99F391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B7FE592-E5E6-E464-574A-2D154D5C54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B972799-ED8F-FBA0-DF1F-546533BFC2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96653B4-0F4C-AE76-68D3-F4EE965605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5038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9BDC1B-B557-7C87-CB25-5ED0470A73F9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4772495-F93B-BB85-F812-91259DA77C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885423"/>
            <a:ext cx="10972802" cy="592279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– MAX 2 LINES</a:t>
            </a:r>
            <a:endParaRPr lang="en-GB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B59D3DF-5AE8-D7A9-556B-2557145537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7FE9CEF-52DD-D269-1B46-836850524F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601713"/>
            <a:ext cx="10972801" cy="365387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Short description of point </a:t>
            </a:r>
          </a:p>
          <a:p>
            <a:pPr lvl="0"/>
            <a:r>
              <a:rPr lang="en-GB"/>
              <a:t>or bullet list 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A85CDB-4E73-A01C-6049-2763183F08A2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43D319-DCD8-73AC-8A31-50E4729428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F45F5F-1875-77DB-271C-F58C37AFF1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8D145A-10BC-63B5-26B6-715D5951B0A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8DD38F7-8B61-87C3-4CF5-91B9D56EC0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578FC26-7B20-B3A1-6A2C-082B086A28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B36B798-B967-0EE0-E3ED-630320DBAA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CDDDBB5-FEA0-BECF-4D88-030D41E61A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F8F1F6E-656C-B3D1-C464-02BA9086BC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9B619C-8B7E-8B78-279C-3C5B75FE7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7B6C69B-6F3D-4509-0B4A-DAED57BE6F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F5333A1-CDE5-09DA-0F9A-9DB90FDF2A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E34BB38-7044-ACCC-3EFB-FA33D02627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1800DA8-E47B-7C7C-9CF8-9D5E172AF2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7D0081-CCFF-7EA3-674F-307CC6ED47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EF28F8C-8352-19C2-D370-BF84446DC4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42E0E20-1074-C9C5-D4C9-BA72335083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A538D4-8B54-8143-CD5C-568A5C507B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42DCAA2-6FC6-C0F9-92C4-BEA6CD9197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5BAD41E-EE09-F919-AC04-854B40E7FD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4487147-DBEC-0795-0757-F2B4560EC7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98CD706-6080-7D56-E052-172344E738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9106065-7176-EC82-D6CC-31C6C5251B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2153036-4E75-F54A-B32D-4D3B564B0E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8929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- Header + Bubbl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8BF1B7-A042-6610-DC01-5FBD8CDB6B5F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3">
            <a:extLst>
              <a:ext uri="{FF2B5EF4-FFF2-40B4-BE49-F238E27FC236}">
                <a16:creationId xmlns:a16="http://schemas.microsoft.com/office/drawing/2014/main" id="{39056A88-C22A-4132-C616-C31CD165EAC7}"/>
              </a:ext>
            </a:extLst>
          </p:cNvPr>
          <p:cNvGrpSpPr/>
          <p:nvPr userDrawn="1"/>
        </p:nvGrpSpPr>
        <p:grpSpPr>
          <a:xfrm>
            <a:off x="10166399" y="1689922"/>
            <a:ext cx="2338468" cy="2338468"/>
            <a:chOff x="0" y="0"/>
            <a:chExt cx="812800" cy="812800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8C5C67E2-ECC8-6E78-9C39-59371E9DB8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D7DE"/>
            </a:solidFill>
          </p:spPr>
          <p:txBody>
            <a:bodyPr/>
            <a:lstStyle/>
            <a:p>
              <a:endParaRPr lang="en-GB" sz="800" dirty="0"/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DF87BB57-B426-0D3B-EB17-9A7D19F1F4F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089" tIns="32089" rIns="32089" bIns="32089" rtlCol="0" anchor="ctr"/>
            <a:lstStyle/>
            <a:p>
              <a:pPr algn="ctr">
                <a:lnSpc>
                  <a:spcPts val="1773"/>
                </a:lnSpc>
              </a:pPr>
              <a:endParaRPr lang="en-GB" sz="800" dirty="0"/>
            </a:p>
          </p:txBody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D824E934-BC04-BA04-14E1-47A46739DB8A}"/>
              </a:ext>
            </a:extLst>
          </p:cNvPr>
          <p:cNvGrpSpPr/>
          <p:nvPr userDrawn="1"/>
        </p:nvGrpSpPr>
        <p:grpSpPr>
          <a:xfrm>
            <a:off x="10280037" y="5642628"/>
            <a:ext cx="814329" cy="814329"/>
            <a:chOff x="0" y="0"/>
            <a:chExt cx="812800" cy="8128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4A2AE3BC-7CE6-4A2C-F91C-8774C61BB9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D7DE"/>
            </a:solidFill>
          </p:spPr>
          <p:txBody>
            <a:bodyPr/>
            <a:lstStyle/>
            <a:p>
              <a:endParaRPr lang="en-GB" sz="800" dirty="0"/>
            </a:p>
          </p:txBody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F17C2F46-21E0-19E6-D3EF-92FF49CE4DC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089" tIns="32089" rIns="32089" bIns="32089" rtlCol="0" anchor="ctr"/>
            <a:lstStyle/>
            <a:p>
              <a:pPr algn="ctr">
                <a:lnSpc>
                  <a:spcPts val="1773"/>
                </a:lnSpc>
              </a:pPr>
              <a:endParaRPr lang="en-GB" sz="800" dirty="0"/>
            </a:p>
          </p:txBody>
        </p:sp>
      </p:grpSp>
      <p:grpSp>
        <p:nvGrpSpPr>
          <p:cNvPr id="13" name="Group 9">
            <a:extLst>
              <a:ext uri="{FF2B5EF4-FFF2-40B4-BE49-F238E27FC236}">
                <a16:creationId xmlns:a16="http://schemas.microsoft.com/office/drawing/2014/main" id="{64590699-C98B-B7E3-0496-1A8C4C6782DE}"/>
              </a:ext>
            </a:extLst>
          </p:cNvPr>
          <p:cNvGrpSpPr/>
          <p:nvPr userDrawn="1"/>
        </p:nvGrpSpPr>
        <p:grpSpPr>
          <a:xfrm>
            <a:off x="8978676" y="4028390"/>
            <a:ext cx="1301361" cy="1301361"/>
            <a:chOff x="0" y="0"/>
            <a:chExt cx="812800" cy="812800"/>
          </a:xfrm>
        </p:grpSpPr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D6FEED0-F741-B9C7-ACA3-EFF4DA1484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D7DE"/>
            </a:solidFill>
          </p:spPr>
          <p:txBody>
            <a:bodyPr/>
            <a:lstStyle/>
            <a:p>
              <a:endParaRPr lang="en-GB" sz="800" dirty="0"/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3848D02E-A145-0A4B-428A-4AC552C2B05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089" tIns="32089" rIns="32089" bIns="32089" rtlCol="0" anchor="ctr"/>
            <a:lstStyle/>
            <a:p>
              <a:pPr algn="ctr">
                <a:lnSpc>
                  <a:spcPts val="1773"/>
                </a:lnSpc>
              </a:pPr>
              <a:endParaRPr lang="en-GB" sz="800" dirty="0"/>
            </a:p>
          </p:txBody>
        </p:sp>
      </p:grp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71F925E-87F4-EBDA-8CFE-9596F9FF3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1620" y="2540165"/>
            <a:ext cx="7235684" cy="1187744"/>
          </a:xfrm>
          <a:prstGeom prst="rect">
            <a:avLst/>
          </a:prstGeom>
        </p:spPr>
        <p:txBody>
          <a:bodyPr lIns="0" rIns="0" anchor="ctr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CHAPTER TITLE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F0204FBF-AD23-AC6C-DC04-BE64BCC4DB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1619" y="3989991"/>
            <a:ext cx="7235683" cy="906443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4EDC0B-0EEE-92E3-C1AD-DD9225CEF38E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DD3FFF5-D03C-FD48-630F-BF9E753CA2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6182652-3C3F-0079-836F-E491E4FAA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F79079-A7EB-522D-A59E-0051C6AD6B0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7D2BB04-C0CF-23D1-6337-12D517A97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954A379-A481-35D9-C549-AEE9D307A6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1E53EBC-3E46-C3FC-F386-065C026BC1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2CC5241-D80E-B34B-B564-7DCC72083A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9E9C2AC-244D-B366-FD42-BC3C7BDA4A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AEFFA9-0797-7EB1-9A8A-CD103BF09B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5A3CF4D-1239-AA7F-B9C1-31F4191A79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DDC1262-9119-0E82-2681-9F65E0FB70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EFB113F-554D-CCD7-D28B-FA0BE4C719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774CBC9-547F-D57E-2A1C-D258F38F46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06E3F4E-7BFC-DD6A-5C78-5EF6DBC843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836028E-21ED-35DF-F0FF-914D1F5C3B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AA38763-8D31-005F-8AF9-500E31069C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AFC18F7-4399-BD77-5E2F-8CEA9E547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F79C1AE-FF07-1D58-FC5B-88828FAA3B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89C4F4B-26BC-42E3-C356-B0556FED1D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678E2E8-0D04-0864-6938-BCA9607846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906A770-E246-3B06-0825-0C1060D338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C76E29D-4B68-C850-4690-33CE9F7BD3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1C9CB79-248B-3C5D-FE75-EE9AB7BF2A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205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- Two Pictu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C1AFCF4-A5AC-71DB-1D45-642210982C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1675" y="2363790"/>
            <a:ext cx="3870379" cy="41044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F884F80A-E45F-4B27-81AC-2E61966D72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68029" y="2363790"/>
            <a:ext cx="3532085" cy="41044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588A373-2319-2B29-3FA4-B32F29FB42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626642"/>
            <a:ext cx="3584575" cy="323135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E307A6-7D73-C41A-CAA2-21D6DA790439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F1BA5230-B9A2-585E-D09C-200087A8E0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33215"/>
            <a:ext cx="3584575" cy="329342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ECB0C32-65B6-6D08-BEC9-4A35642AA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1675" y="1286333"/>
            <a:ext cx="7768439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92946DD-4BDE-95DE-DD5B-98F755BA03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8297" y="881336"/>
            <a:ext cx="7768438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LABEL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93D984-19E2-5444-43F2-2A1DCB1EA6CB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0C5EE4B-EA41-5338-ECA7-3E06D889E2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B957515-3984-B300-F943-8A16F78370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50F35E-6BDC-105A-9AD8-F962D961129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6D96DB-7046-699E-8012-D48D517ACA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8519284-D9C4-4A51-F722-583B09BDD1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3D2D95-5AE1-C80D-761F-A8102CDE70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10B1E1B-DA22-5AE0-8C1C-E6A3EAAA47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288B614-8AF0-2130-BF9F-21954319F8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02B5FAA-525B-D505-B9FD-A47D3E2F31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88AAA81-150B-C622-9037-2E77D8AE5B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5A8E4D5-FE15-64CA-D0C0-1FD9E44F5B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029B6B2-1EEB-C12F-38E8-71ECD5676C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8EA926C-7B4D-1697-BAD6-F9ECAF60C0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3CD88BD-A223-38F4-BDD4-A662A3FC8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60D23A0-350C-6415-4870-9A9749EE72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423D9A1-49A5-AAE6-39D4-33D44FDBE8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5FB3F95-EB52-AE9E-A052-F6EBDDE8BC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EDBFE8E-13D2-9794-EC69-FC2FD64C90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29D602C-2363-FCEA-0BB9-E75B4504FC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C97A2A0-7422-196C-900F-F9292A4412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545A1CD-B513-1C9E-1467-7493ACC208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BD7EE43-3CB2-5840-8B46-2C5E18E18A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2470A80-1E70-B9C2-84BD-83B59F0541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4871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- On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C1AFCF4-A5AC-71DB-1D45-642210982C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1675" y="2363790"/>
            <a:ext cx="3870379" cy="41044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F884F80A-E45F-4B27-81AC-2E61966D72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68029" y="2363790"/>
            <a:ext cx="3532085" cy="41044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E307A6-7D73-C41A-CAA2-21D6DA790439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F1BA5230-B9A2-585E-D09C-200087A8E0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33215"/>
            <a:ext cx="3584575" cy="652478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ECB0C32-65B6-6D08-BEC9-4A35642AA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1675" y="1286333"/>
            <a:ext cx="7768439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92946DD-4BDE-95DE-DD5B-98F755BA03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8295" y="881336"/>
            <a:ext cx="7768439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LABEL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CAD51A-8686-7117-76CD-3FDB36989735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FEAE02-EBC9-2F8A-D579-7F54E82787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1C83D6-09EE-DDE3-D5BA-188CC563B3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FA362E-4778-A5BC-3DC6-F39CABCB03B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2E5881-C43E-24A4-9F2F-F328F46B40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87338F0-4FCA-7690-E0EF-F7C214FB0E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A6919C8-7B18-C3C4-44EE-A0F2CE3770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4749477-3151-868D-4B13-46694E5FC8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84C55BE-547F-E284-F9BD-C3A7958EB4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68439A7-51B2-7A17-C041-9216C58896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22715D7-4BBA-7A1D-E412-5B933529A6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BBB4D53-A4D1-5650-F941-32C38C41BD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8305774-9143-90FC-D4AD-A4A117C8C5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EC26F16-EB0A-7883-7BE5-E47D5816FE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EAE0197-382C-2088-9FBE-25F757ED7F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C4ED2E4-7787-3110-73B1-8D33D6B763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F49157B-1757-A994-1C4E-6C49E91BC4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A647A4B-4305-7D6B-60EF-4FA6054EFB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95BF55D-E7D8-E641-A1F1-5D2D3C7094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28BA158-6C52-9A11-745F-9640198324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B5C86B9-1769-8A67-9450-CDE483A846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43F1406-D9EC-1001-559A-AC1B24278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6E44EDD-A846-ACFA-3A36-6DBA599264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AEE43EC-3C46-87E4-293D-57F6276849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46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-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E307A6-7D73-C41A-CAA2-21D6DA790439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F1BA5230-B9A2-585E-D09C-200087A8E0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07425" y="3583459"/>
            <a:ext cx="3584575" cy="3274541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ECB0C32-65B6-6D08-BEC9-4A35642AA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5431" y="1286333"/>
            <a:ext cx="7641214" cy="5019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92946DD-4BDE-95DE-DD5B-98F755BA03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050" y="881336"/>
            <a:ext cx="7641214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LABEL</a:t>
            </a:r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C1AFCF4-A5AC-71DB-1D45-642210982C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430" y="2231756"/>
            <a:ext cx="7637834" cy="42365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spcBef>
                <a:spcPts val="0"/>
              </a:spcBef>
              <a:buNone/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IMPACT  </a:t>
            </a:r>
            <a:r>
              <a:rPr lang="en-GB" b="0"/>
              <a:t>Description</a:t>
            </a:r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r>
              <a:rPr lang="en-GB"/>
              <a:t>WHAT  </a:t>
            </a:r>
            <a:r>
              <a:rPr lang="en-GB" b="0"/>
              <a:t>Description</a:t>
            </a:r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r>
              <a:rPr lang="en-GB"/>
              <a:t>FUNDING</a:t>
            </a:r>
            <a:r>
              <a:rPr lang="en-GB" b="0"/>
              <a:t>. Description</a:t>
            </a:r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r>
              <a:rPr lang="en-GB"/>
              <a:t>MORE INFO</a:t>
            </a:r>
            <a:r>
              <a:rPr lang="en-GB" b="0"/>
              <a:t>  Evt. links</a:t>
            </a:r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A9A5CC-06E0-F967-D7F8-F100AB3998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34471" y="654122"/>
            <a:ext cx="2922750" cy="2620415"/>
          </a:xfrm>
        </p:spPr>
        <p:txBody>
          <a:bodyPr/>
          <a:lstStyle>
            <a:lvl1pPr>
              <a:buNone/>
              <a:defRPr sz="14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TEAM</a:t>
            </a:r>
            <a:r>
              <a:rPr lang="en-GB" b="0"/>
              <a:t> Description</a:t>
            </a:r>
          </a:p>
          <a:p>
            <a:pPr lvl="0"/>
            <a:endParaRPr lang="en-GB" b="0"/>
          </a:p>
          <a:p>
            <a:pPr lvl="0"/>
            <a:endParaRPr lang="en-GB" b="0"/>
          </a:p>
          <a:p>
            <a:pPr lvl="0"/>
            <a:endParaRPr lang="en-GB" b="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E45AFD-E3E2-9862-7855-F43B6ACFA45B}"/>
              </a:ext>
            </a:extLst>
          </p:cNvPr>
          <p:cNvCxnSpPr>
            <a:cxnSpLocks/>
          </p:cNvCxnSpPr>
          <p:nvPr userDrawn="1"/>
        </p:nvCxnSpPr>
        <p:spPr>
          <a:xfrm flipV="1">
            <a:off x="8592435" y="333215"/>
            <a:ext cx="0" cy="6524785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4C696CD-D68E-83D5-FBC4-605F90EA2729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4A12933-3D78-1FF0-0CA7-E413B75BF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583DEF-F6D1-0891-89D5-575AE6054E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2F83566-7BAC-5A9A-D4C2-1FF5F7383D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A0114F-18D6-0171-9DC5-67E2538B78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FF64930-242A-6B8D-9126-CABDC8E4B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811BD3D-2A58-4797-BEA3-740EDA36E3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20EEF42-7A5E-2220-6A2D-DB5EC3E28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51DDF08-A06A-F741-2B74-BF35BE0799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A5A1C6-E47E-3CE3-B51C-0F2700A6CF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FB3147F-C8BE-D3F7-12A5-74A30B3914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7EE89EA-1EE0-3F36-5F49-1FB98D5E39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4FAD2CD-FAED-DCBF-6EA3-F7C223F1B3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15399B8-F3B6-530D-EBD4-4C0A96D8B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F8122B8-3B7E-520F-98F2-836B105220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4D8C58E-D5FC-F7E3-7C44-4ED89FF85A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0D7952E-9A13-8136-910E-32CB469720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3E43906-DCBB-7279-2B9C-51A78AE4ED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9A2327A-3698-038E-8DDA-26603E977D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6D03608-4907-AD22-2F6E-F6D784CC7B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E34BEB1-F81A-5D28-979D-36D063BF1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84C938F-61E9-EBA4-5893-4A81366C01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D763CC6-6896-DE2A-E7D1-AAB4695DAD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7C7D759-DDD4-B744-50DF-23F07511E7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9757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(Dark) + Light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C9D95B7-25D7-2909-5820-CFF1FF07D7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7742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2EE0626-A847-EA23-6418-BF6C8C48A1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884386"/>
            <a:ext cx="10971325" cy="1164087"/>
          </a:xfrm>
          <a:prstGeom prst="rect">
            <a:avLst/>
          </a:prstGeom>
        </p:spPr>
        <p:txBody>
          <a:bodyPr lIns="0" rIns="0"/>
          <a:lstStyle>
            <a:lvl1pPr marL="0" algn="ctr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8E4E8-3E8D-5D3F-AFF0-529C1E778A84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4916511-CE20-D02D-E515-DF15A39DAC3B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98A1E23-8E63-A4E2-41A4-8241575AD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CC2660-5C0D-240B-9896-A9EA5B4661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D0AD2C-F394-0AF8-A0EA-972129CA96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D04731-C179-0241-2040-E7837AC3DD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A483EB-953C-A827-8DEA-F03161484A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6DA8070-F98A-313A-847B-8F2532CF87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CEE2656-B3A1-5E2E-A062-2B59A266CA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2064E5C-BE41-8FEE-F212-1B6EE789FB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B08ECCE-7D39-E65F-6ECA-E67E784D2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2890932-08F3-B960-5470-21DA27FA50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1CEADFD-0CD9-34C0-FF90-4FC99B3DE3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65D9B1F-B1CD-B8F5-45D5-E90DEA167F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10869D8-7295-FD92-825A-3AFED5B62E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BB87FC7-D7E8-4ED8-C709-120E6919E9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6C81246-AB89-AA3B-8549-CD60DC633A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D9FC6CF-555F-D359-276B-C73FC4C6D0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52F4635-D09D-E7EF-2EAE-FC1227EA36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6074A60-86EB-EC59-BC5C-93B275EA72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E52BB04-80BA-6826-88C2-34645F4096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3C9AB3E-28FD-7DB0-81AC-F16FE60C87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EC0A623-B24E-F098-035A-2058A72895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D5F2522-793D-73A6-A89F-F7E2536CD1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940214A-5513-6334-CECF-4AF31C1395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4681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EAFCD1-6A17-79FB-2A65-73AB28884FBC}"/>
              </a:ext>
            </a:extLst>
          </p:cNvPr>
          <p:cNvSpPr txBox="1"/>
          <p:nvPr userDrawn="1"/>
        </p:nvSpPr>
        <p:spPr>
          <a:xfrm>
            <a:off x="722390" y="1240795"/>
            <a:ext cx="1143837" cy="2349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667" b="1" i="0">
                <a:solidFill>
                  <a:schemeClr val="tx2"/>
                </a:solidFill>
                <a:latin typeface="Open Sans Semibold" panose="020B0606030504020204" pitchFamily="34" charset="0"/>
              </a:rPr>
              <a:t>“</a:t>
            </a:r>
            <a:endParaRPr lang="en-GB" sz="14667" b="1" i="0" dirty="0">
              <a:solidFill>
                <a:schemeClr val="tx2"/>
              </a:solidFill>
              <a:latin typeface="Open Sans Semibold" panose="020B0606030504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B5E7C-FC16-B8CC-02F0-CA910ECE6191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045F45-24C1-6516-557D-BBC33C11C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985" y="2475683"/>
            <a:ext cx="6632575" cy="2199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buNone/>
              <a:defRPr sz="2400" b="0" i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Quote 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453F6D-BD93-921C-7D12-E412349898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6400" y="333215"/>
            <a:ext cx="4165599" cy="652478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36CB86B-7B1F-98AF-EDE7-4B18858BD4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986" y="5083812"/>
            <a:ext cx="6688137" cy="272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Full Name (Bold)</a:t>
            </a:r>
            <a:endParaRPr lang="en-GB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DE9CD58-6C28-3E30-3786-217EF51BC4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7985" y="5373422"/>
            <a:ext cx="6688137" cy="43301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buNone/>
              <a:defRPr b="1" i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Title (Regular)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3DB834-3719-C7F4-E446-D80C80929B08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8DBD50-0B00-AB4D-5F39-474B014E1E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1912C9-0407-E6B1-D642-FD1ECED15C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2A2B1B-A0DB-404E-E5FB-7FA172AE72F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D63F895-86FA-7A6C-57E7-CE883FE1CB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D9CEFC-7318-480B-B551-F6EA76DB0A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21BD2AA-870E-7EE4-C8E7-DC77197AEA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FFF632-2D8F-4A3C-A89D-F12F472DAC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1856BD-24AF-7F9C-CA58-3945597786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DED7975-77EA-568C-7782-857A8252F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9A2F4CD-8DDA-12D6-61BD-B567338723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E33432A-814A-ADC2-4AFA-44AD850B35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389E4AE-0DF2-A820-8A50-775D472D2C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9600C1D-16B3-6B00-9F0C-C8B92AD434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A7AFF4D-72CE-9342-11AB-47743985E1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022EF58-6B31-85D3-634C-0BEFD93077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9036F5-C784-2460-4B72-FE647CA521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EEBAFA-8D82-E2A9-CD43-66854C7E21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4EF62C0-3ED2-9D3E-CFC1-FB2502D7F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7DDFED6-7C7B-B11F-69E1-2DA012C96D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9F79E09-1929-2CC5-4AD3-E24A7E2B9C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8F12F2C-11E6-871C-A594-9AF9D5252B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8E69313-51E7-F611-D916-B36D87AFCF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0CFA9B5-B11C-4DE5-991C-C61C679412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(Lighthous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FA5412-4C75-2313-FE60-F06D27043E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647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D61A0AB-63D2-0BCF-928B-E9D1064360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47573" y="885421"/>
            <a:ext cx="4780548" cy="1087757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CHAPTER TITLE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9E4D08-D5F1-A38B-ED8A-E7668317B0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299" y="5335478"/>
            <a:ext cx="907933" cy="11021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E094AAB-87C5-54B1-B24F-78916B7509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71" t="21313" b="15583"/>
          <a:stretch>
            <a:fillRect/>
          </a:stretch>
        </p:blipFill>
        <p:spPr>
          <a:xfrm>
            <a:off x="6113646" y="2755557"/>
            <a:ext cx="6078353" cy="25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92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>
          <p15:clr>
            <a:srgbClr val="F26B43"/>
          </p15:clr>
        </p15:guide>
        <p15:guide id="2" pos="3746">
          <p15:clr>
            <a:srgbClr val="F26B43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8BF1B7-A042-6610-DC01-5FBD8CDB6B5F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73D8828D-EFA0-2FE2-F6C2-7E54827DEF65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72D0AA1-F521-B385-A963-4583AE482E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69310A-2DB3-A5FA-CB07-1412F26C41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C38502-CA81-79E4-71DC-96E235EF6BD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58C2B5D-A283-CEEA-73AA-8AA1B336EC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7A4A69-D037-E378-1E3B-D0FE83CD38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9A47309-879E-BCF1-B8B3-117D1E282D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6027DB8-CBBA-5CA9-4696-56A445FD3E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4509CAA-FD7D-F17B-616C-721EF61156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40DA586-58C4-EC5E-4096-5E3DFA80AB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C81188F-FDCC-9ACF-ACB7-F1B275ADEC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57EB85-EA7F-102D-5DD7-7C07498031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B234E25-AD2F-7196-F900-BB7859F8EB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804D45F-E03B-F686-CDA4-3AC4CB34AA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9FC3C67-29FC-38A6-D89B-3C93AB3B81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F70A5FC-A157-64FE-5F43-386104CE91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10F0DA3-D844-BC3A-DB0D-1A8B6A8AC0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8ECB94C-5815-CE25-F47C-03AD85959A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7CC0974-6B0D-CC5A-1728-B53F585FFE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3EA0DE-CBE4-B3E1-0958-B35AD9CAB6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7DE0790-4753-86F2-7543-097EC66CD1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64FC0B4-F81A-B9FC-151C-01E80A6E55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6182EF0-0DC2-8587-5697-0C143C7CA8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AAF100E-00FF-4943-A261-316102B47B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4956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92E903-4BCE-2156-5FE9-26824056BF7C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0493EA9-55BC-9C7C-2C7D-BBFD0A6FAB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885423"/>
            <a:ext cx="10972802" cy="592279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– MAX 2 LINES</a:t>
            </a:r>
            <a:endParaRPr lang="en-GB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6294462-2CCA-B707-145B-B7131CD6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E699CA-5255-99B4-96FF-C85FB5B77A2D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B678A8-475C-0788-CE31-2F610B0A37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F2AEA8-102E-1AD7-B630-D32635B46B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06C23A-9ACA-A802-9536-1C18AEE76BA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859ACB-04A4-5757-9247-591605175E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0A15DB-35FB-2452-EFA3-F5FDD07685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B6043B-9FDE-575B-0705-AB6A506130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EFD263-4611-EA78-77BD-2629A62041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58D8850-4E2C-04DD-83DC-8001E006E5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6C212BC-3405-C06B-E086-C47845DFEE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4D557AA-21B6-ECA1-8E23-BC68DC7EF6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CAFAE77-791C-255D-BE25-B2512DD6BF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B6EFEB6-FCB7-E5C2-23D7-F6BC9D348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5BC01DC-6665-B85A-6CE2-05B559493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060634D-06AE-5EC7-1E5E-620D5FABEF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1D2C924-D54F-CFA0-BE07-866D177CBD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85EBF82-88FD-DE3B-23D3-B019134908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303185F-C866-E01C-DFDC-551F636D20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F35B94E-174D-18CF-69BE-2E0CF3874A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2D687D8-E018-7266-0CFB-B20886A6F8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66C466D-71ED-89CF-46E1-4983BEB378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F35BDD1-03A8-EF3E-2078-0873B16A42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B689935-310D-8ABD-5501-5E7F9BFB37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3C535F-4ACE-CFF7-2714-7AF00C1A16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055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, Heading &amp;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92E903-4BCE-2156-5FE9-26824056BF7C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0493EA9-55BC-9C7C-2C7D-BBFD0A6FAB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885423"/>
            <a:ext cx="4859216" cy="1408062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– </a:t>
            </a:r>
          </a:p>
          <a:p>
            <a:pPr lvl="0"/>
            <a:r>
              <a:rPr lang="en-GB"/>
              <a:t>MAX 3 LINES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E699CA-5255-99B4-96FF-C85FB5B77A2D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B678A8-475C-0788-CE31-2F610B0A37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F2AEA8-102E-1AD7-B630-D32635B46B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06C23A-9ACA-A802-9536-1C18AEE76BA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859ACB-04A4-5757-9247-591605175E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0A15DB-35FB-2452-EFA3-F5FDD07685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B6043B-9FDE-575B-0705-AB6A506130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EFD263-4611-EA78-77BD-2629A62041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58D8850-4E2C-04DD-83DC-8001E006E5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6C212BC-3405-C06B-E086-C47845DFEE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4D557AA-21B6-ECA1-8E23-BC68DC7EF6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CAFAE77-791C-255D-BE25-B2512DD6BF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B6EFEB6-FCB7-E5C2-23D7-F6BC9D348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5BC01DC-6665-B85A-6CE2-05B559493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060634D-06AE-5EC7-1E5E-620D5FABEF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1D2C924-D54F-CFA0-BE07-866D177CBD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85EBF82-88FD-DE3B-23D3-B019134908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303185F-C866-E01C-DFDC-551F636D20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F35B94E-174D-18CF-69BE-2E0CF3874A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2D687D8-E018-7266-0CFB-B20886A6F8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66C466D-71ED-89CF-46E1-4983BEB378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F35BDD1-03A8-EF3E-2078-0873B16A42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B689935-310D-8ABD-5501-5E7F9BFB37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3C535F-4ACE-CFF7-2714-7AF00C1A16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76093D3-6613-9399-5BDB-D20E66849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7371" y="333215"/>
            <a:ext cx="5984630" cy="65247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6C8C3A1-87D6-9070-5DB4-3C79CDC8AE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2601713"/>
            <a:ext cx="4859216" cy="365387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Short description of point </a:t>
            </a:r>
          </a:p>
          <a:p>
            <a:pPr lvl="0"/>
            <a:r>
              <a:rPr lang="en-GB"/>
              <a:t>or bullet list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224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&amp;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E6FCBB3-2C90-EC3D-D8BA-7EB44A126E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5473" y="2601713"/>
            <a:ext cx="4475203" cy="365387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9F230B-26A2-C500-AC34-CFBE50E777C7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54186F6-F3D6-51EE-C5E0-AFBD908CD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3"/>
            <a:ext cx="8400585" cy="1187744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CB006C8-FE78-52E7-78CB-6BAB1D2A64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601713"/>
            <a:ext cx="5984631" cy="365387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Short description of point </a:t>
            </a:r>
          </a:p>
          <a:p>
            <a:pPr lvl="0"/>
            <a:r>
              <a:rPr lang="en-GB"/>
              <a:t>or bullet list 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913D57-335C-DDBB-D4E6-B46C05F012ED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D4DB0A-9449-A0E0-4805-94B60450A2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3FD201-09CF-0537-5A5B-A41B086C5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8BA1500-2906-399C-9409-CFFE988EFF8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F84A00E-E5EB-5C3F-9F12-32EA6CBC32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6B2FBFD-1F05-BFF6-B409-D1A06C2FA2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F7DB96F-9089-0248-4C6A-F9307FB137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8AB2FAF-F067-C5A5-91F0-9F58E8636D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4186A62-AA8F-7216-450B-DDFF36032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95DC17F-949D-83D5-FDBE-A6937E2A2D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844B346-50CA-E527-B21E-51EAEC4A74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F1139FB-7830-5A4B-7F69-56786931A1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172EEA7-6320-E463-3BA1-98FA689FE4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C3F54FB-5851-560A-F36E-E02D5D85D4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FD7653B-F446-46D4-6D38-BD9050C116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4038FDD-CB57-7742-C9F4-EFB159DDE8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B6B09C1-4C16-7F47-9665-80262CA432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6DB51B6-45E9-AF49-62B7-B9D47F6AC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3165AFC-9466-2F9F-2CC3-8E485FEA41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D884B0B-94DF-DE19-D014-9DA86B1B6E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59C36E2-978C-0D49-B621-0D498A9285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EA95827-617B-19BB-6DEA-EE81ACAD7F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608DBC7-5DB0-9D45-27AE-233531FB32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C7A6646-0B96-F393-C9CA-57C2E1A838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244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6E705-6B62-1EF8-7475-3DA6F26BB0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626" y="5557643"/>
            <a:ext cx="820188" cy="995676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7714771-6CC9-66DF-E7FA-59EB5DA6A0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0600" y="439225"/>
            <a:ext cx="7670800" cy="26416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cap="all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HEADER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5FB2D0-509B-6DB0-FAC7-CF2BDCB869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3096" y="1752601"/>
            <a:ext cx="10065809" cy="35739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64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Bold statement </a:t>
            </a:r>
          </a:p>
          <a:p>
            <a:pPr lvl="0"/>
            <a:r>
              <a:rPr lang="en-GB"/>
              <a:t>(max 4 lines)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4138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(Lighthou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FA5412-4C75-2313-FE60-F06D27043E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D61A0AB-63D2-0BCF-928B-E9D1064360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373" y="885421"/>
            <a:ext cx="4780548" cy="1087757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CHAPTER TITLE</a:t>
            </a:r>
          </a:p>
          <a:p>
            <a:pPr lvl="0"/>
            <a:r>
              <a:rPr lang="en-GB"/>
              <a:t>(MAX 2 LINES)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9E4D08-D5F1-A38B-ED8A-E7668317B0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299" y="5335478"/>
            <a:ext cx="907933" cy="110219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31679D92-7A02-50A6-1288-01CA5AF513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722" r="21569" b="14272"/>
          <a:stretch>
            <a:fillRect/>
          </a:stretch>
        </p:blipFill>
        <p:spPr>
          <a:xfrm>
            <a:off x="0" y="2879125"/>
            <a:ext cx="6096000" cy="284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8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>
          <p15:clr>
            <a:srgbClr val="F26B43"/>
          </p15:clr>
        </p15:guide>
        <p15:guide id="2" pos="3746">
          <p15:clr>
            <a:srgbClr val="F26B43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3E5529-3203-D9E0-4A24-D9F21E12461E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7908F1BA-6762-7611-39F7-BEA4833524B8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89AF0A1-8E7C-59CD-08A4-5D64CA71E4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19E6AB-693A-7E42-46D3-1A9D5F569D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2B1B4D9-1577-F52F-8ABE-E5FE4E1257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A18367-3485-9098-AE80-318627E272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900CD9-5231-E09D-2377-CE6DF86B89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F6CA76B-BCA4-02F1-5242-FEC552002E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0C07AD-07E4-70D0-2D0D-CB79EBC02A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EEDC7A1-F950-7BD7-BBA5-7C61918B7E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15BDAD-57B3-9BE2-FC35-259CEF18C5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6CC081-BB09-CD58-1643-A4395B77CE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AA2AA9B-30C9-E5F6-23EC-C50BBCF380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513C133-53CA-2A90-4F28-93FE5AE4E4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FF9FCC2-CED3-4D6B-0D08-B1CE47A4E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4EFCDC5-D5CB-C047-5B0E-6C97EDEB67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9B2FA29-0335-FEB0-F7D3-D92812F0F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2372121-339F-A827-2CE0-822243AFCB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9E1844B-737E-F507-C383-96B8E241DE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E5EDBF5-AE32-E4E0-BC09-C758AB981D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55ECCA4-3AEA-21CA-B3F3-A50ECB2C63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5A5D56B-E825-79F2-5215-DA2DEB9D27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D1EBC9D-F63F-B978-304B-B525FAD00B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944BFB0-B920-802E-4F68-CFFFD7207E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DE20A36-8903-EC2C-D64E-B8D5E6DB8B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5146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9F230B-26A2-C500-AC34-CFBE50E777C7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27FDEDE-AA83-D39A-ADCE-3B4DD07FA0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885423"/>
            <a:ext cx="10972802" cy="592279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– MAX 2 LINES</a:t>
            </a:r>
            <a:endParaRPr lang="en-GB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C3606E6-B807-1804-CE06-C1008614D2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134A98-8151-AAB6-0768-BCDEA7AEE9CE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061338-A59C-8D30-389A-2ECB530AE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4F1A6F9-58DC-396D-4086-7D8AC505D8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85CF74D-262F-A38F-4EDD-3DB2A09EC9C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975134D-5536-E4E7-B521-7C2452C721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70D2B13-DAD2-8A71-95EB-A1722B4C94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6A7BD2-0D92-E009-2946-6C066F528C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C502659-6DC8-87B8-9C71-1820BA45C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3E9FB05-E6B1-3359-8541-0FB3473D54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F85B58-ADDA-409D-5E2A-94C0C61B58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92E4D97-3202-BF3C-FF74-93606ED41C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C0704B3-B715-CBD7-7CA2-4C34B1F1A7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A0F73F7-B71F-3E74-21BB-9858C48BFB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6F239CD-BBEC-5F51-8EB4-03267DB434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1EF41EF-83D8-D7BE-BC21-39EF2C58FA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8A5E610-C745-0F84-4A21-323EC82D9D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31FE21-92D0-AC38-4347-53522EE817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4D6770-4197-8E31-9968-21C30F3325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B909D37-1C8F-2F52-4A6D-E2E4078B07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D1E64E7-E942-B317-C0E9-A34A9A61B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6151F2E-64C4-3D0E-EAF9-B3D583A7CD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9B45463-CF7E-13D0-00EA-15460E6E32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C068E6-485B-C79C-309C-3DE9D734AD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82F4EB-D227-C47B-9002-7F820C33DF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1545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9F230B-26A2-C500-AC34-CFBE50E777C7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27FDEDE-AA83-D39A-ADCE-3B4DD07FA0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885423"/>
            <a:ext cx="10972802" cy="592279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 cap="all" baseline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– MAX 2 LINES</a:t>
            </a:r>
            <a:endParaRPr lang="en-GB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C3606E6-B807-1804-CE06-C1008614D2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cap="all" spc="0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 (OR DELETE)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134A98-8151-AAB6-0768-BCDEA7AEE9CE}"/>
              </a:ext>
            </a:extLst>
          </p:cNvPr>
          <p:cNvGrpSpPr/>
          <p:nvPr userDrawn="1"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061338-A59C-8D30-389A-2ECB530AE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4F1A6F9-58DC-396D-4086-7D8AC505D8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85CF74D-262F-A38F-4EDD-3DB2A09EC9C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975134D-5536-E4E7-B521-7C2452C721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70D2B13-DAD2-8A71-95EB-A1722B4C94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6A7BD2-0D92-E009-2946-6C066F528C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C502659-6DC8-87B8-9C71-1820BA45C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3E9FB05-E6B1-3359-8541-0FB3473D54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F85B58-ADDA-409D-5E2A-94C0C61B58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92E4D97-3202-BF3C-FF74-93606ED41C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C0704B3-B715-CBD7-7CA2-4C34B1F1A7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A0F73F7-B71F-3E74-21BB-9858C48BFB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6F239CD-BBEC-5F51-8EB4-03267DB434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1EF41EF-83D8-D7BE-BC21-39EF2C58FA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8A5E610-C745-0F84-4A21-323EC82D9D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31FE21-92D0-AC38-4347-53522EE817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4D6770-4197-8E31-9968-21C30F3325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B909D37-1C8F-2F52-4A6D-E2E4078B07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D1E64E7-E942-B317-C0E9-A34A9A61B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6151F2E-64C4-3D0E-EAF9-B3D583A7CD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9B45463-CF7E-13D0-00EA-15460E6E32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C068E6-485B-C79C-309C-3DE9D734AD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82F4EB-D227-C47B-9002-7F820C33DF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59AEA78-B53B-6A33-751B-B9BF34172A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601713"/>
            <a:ext cx="10972801" cy="365387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20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Short description of point </a:t>
            </a:r>
          </a:p>
          <a:p>
            <a:pPr lvl="0"/>
            <a:r>
              <a:rPr lang="en-GB"/>
              <a:t>or bullet list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9951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608340-A289-B17D-A143-924F9B7B11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626" y="5557643"/>
            <a:ext cx="820188" cy="995676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E863290-E0E4-80B9-A532-4DD87B67BF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0600" y="439225"/>
            <a:ext cx="7670800" cy="264160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600" b="0" i="0" cap="all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HEADER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AB0494-8BE0-1CB9-8503-CE69C6AD4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3096" y="1752601"/>
            <a:ext cx="10065809" cy="35739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64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Bold statement </a:t>
            </a:r>
          </a:p>
          <a:p>
            <a:pPr lvl="0"/>
            <a:r>
              <a:rPr lang="en-GB"/>
              <a:t>(max 4 lines)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2322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Text">
    <p:bg>
      <p:bgPr>
        <a:solidFill>
          <a:srgbClr val="C6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DD8DDC4-31D3-5958-47C4-D6E8CD3CB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5200" b="1" i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GB"/>
              <a:t>HEADING IN CAPS</a:t>
            </a:r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27E9FE4-4ECB-4A6E-A8B6-A8899932C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219" y="1554930"/>
            <a:ext cx="10976182" cy="266436"/>
          </a:xfrm>
          <a:prstGeom prst="rect">
            <a:avLst/>
          </a:prstGeom>
        </p:spPr>
        <p:txBody>
          <a:bodyPr lIns="0" rIns="0"/>
          <a:lstStyle>
            <a:lvl1pPr marL="0">
              <a:lnSpc>
                <a:spcPct val="75000"/>
              </a:lnSpc>
              <a:spcBef>
                <a:spcPts val="0"/>
              </a:spcBef>
              <a:buNone/>
              <a:defRPr sz="2400" b="0" i="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SECONDARY 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F340FB-61BF-7C6A-779B-4BCBD62D2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10972801" cy="3984625"/>
          </a:xfr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872741-6955-0654-1D94-4E868CD6E5D8}"/>
              </a:ext>
            </a:extLst>
          </p:cNvPr>
          <p:cNvCxnSpPr/>
          <p:nvPr userDrawn="1"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1">
            <a:extLst>
              <a:ext uri="{FF2B5EF4-FFF2-40B4-BE49-F238E27FC236}">
                <a16:creationId xmlns:a16="http://schemas.microsoft.com/office/drawing/2014/main" id="{9C4EC7EA-E05A-35AF-2012-D9F47E7B0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0" name="Picture 27">
            <a:extLst>
              <a:ext uri="{FF2B5EF4-FFF2-40B4-BE49-F238E27FC236}">
                <a16:creationId xmlns:a16="http://schemas.microsoft.com/office/drawing/2014/main" id="{3AD60A0D-ECCD-94E7-1888-00A66867B3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85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EE8100-EBAC-C9F9-0409-9CEB637F67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8FFF41-3503-C7D9-7460-FE63D80163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7299" y="5335478"/>
            <a:ext cx="907933" cy="1102195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1EE6F34-E858-5B41-AEAF-185DE0FC66F1}"/>
              </a:ext>
            </a:extLst>
          </p:cNvPr>
          <p:cNvSpPr txBox="1"/>
          <p:nvPr userDrawn="1"/>
        </p:nvSpPr>
        <p:spPr>
          <a:xfrm>
            <a:off x="659661" y="5559941"/>
            <a:ext cx="5678487" cy="615553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000" b="1" i="0" spc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FIND US AT:  </a:t>
            </a:r>
          </a:p>
          <a:p>
            <a:pPr>
              <a:lnSpc>
                <a:spcPct val="100000"/>
              </a:lnSpc>
            </a:pPr>
            <a:r>
              <a:rPr lang="en-GB" sz="2000" b="0" i="0" spc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EB Garamond Semi-Bold"/>
              </a:rPr>
              <a:t>www.innovation.ku.dk</a:t>
            </a:r>
            <a:endParaRPr lang="en-GB" sz="2000" b="0" i="0" spc="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B Garamond Semi-Bold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6FB75CF-0E5E-109E-1F99-63DD93ADEC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660" y="4237043"/>
            <a:ext cx="5678488" cy="804077"/>
          </a:xfrm>
        </p:spPr>
        <p:txBody>
          <a:bodyPr/>
          <a:lstStyle>
            <a:lvl1pPr>
              <a:lnSpc>
                <a:spcPct val="80000"/>
              </a:lnSpc>
              <a:buNone/>
              <a:defRPr sz="6600" b="1" i="0" cap="all" baseline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4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9781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4AD86A-F511-DDC6-D111-8F113B4C1274}"/>
              </a:ext>
            </a:extLst>
          </p:cNvPr>
          <p:cNvSpPr/>
          <p:nvPr userDrawn="1"/>
        </p:nvSpPr>
        <p:spPr>
          <a:xfrm>
            <a:off x="11173717" y="5575175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4F5EFD-C58C-3623-D41F-1CA28A72DA7B}"/>
              </a:ext>
            </a:extLst>
          </p:cNvPr>
          <p:cNvSpPr txBox="1"/>
          <p:nvPr userDrawn="1"/>
        </p:nvSpPr>
        <p:spPr>
          <a:xfrm>
            <a:off x="342960" y="2616200"/>
            <a:ext cx="11587956" cy="2209387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9320"/>
              </a:lnSpc>
            </a:pPr>
            <a:r>
              <a:rPr lang="en-GB" sz="10667" b="1" cap="all" baseline="0">
                <a:solidFill>
                  <a:srgbClr val="901A1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FOR LISTENING</a:t>
            </a:r>
            <a:endParaRPr lang="en-GB" sz="10667" b="1" cap="all" baseline="0" dirty="0">
              <a:solidFill>
                <a:srgbClr val="901A1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FF65F-09F7-D229-0679-DBF678541D52}"/>
              </a:ext>
            </a:extLst>
          </p:cNvPr>
          <p:cNvSpPr txBox="1"/>
          <p:nvPr userDrawn="1"/>
        </p:nvSpPr>
        <p:spPr>
          <a:xfrm>
            <a:off x="302021" y="1061500"/>
            <a:ext cx="11587956" cy="236749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1" b="1" cap="all" baseline="0">
                <a:solidFill>
                  <a:srgbClr val="DA3D2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 Bold"/>
              </a:rPr>
              <a:t>THANKS</a:t>
            </a:r>
            <a:endParaRPr lang="en-GB" sz="18001" b="1" cap="all" baseline="0" dirty="0">
              <a:solidFill>
                <a:srgbClr val="DA3D2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1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0472E-FA96-4A71-C8D4-5DE5839CB51F}"/>
              </a:ext>
            </a:extLst>
          </p:cNvPr>
          <p:cNvSpPr txBox="1"/>
          <p:nvPr/>
        </p:nvSpPr>
        <p:spPr>
          <a:xfrm>
            <a:off x="1140177" y="5901526"/>
            <a:ext cx="4046584" cy="276999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GB" sz="1800" b="1" spc="-36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 Bold"/>
              </a:rPr>
              <a:t>FIND US AT:  </a:t>
            </a:r>
            <a:r>
              <a:rPr lang="en-GB" sz="1800" b="0" i="0" spc="-36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 Bold"/>
              </a:rPr>
              <a:t>www.innovation.ku.dk</a:t>
            </a:r>
            <a:endParaRPr lang="en-GB" sz="1800" b="0" i="0" spc="-36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 Bold"/>
            </a:endParaRPr>
          </a:p>
        </p:txBody>
      </p:sp>
    </p:spTree>
    <p:extLst>
      <p:ext uri="{BB962C8B-B14F-4D97-AF65-F5344CB8AC3E}">
        <p14:creationId xmlns:p14="http://schemas.microsoft.com/office/powerpoint/2010/main" val="1549966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1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5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5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83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9" r:id="rId2"/>
    <p:sldLayoutId id="2147483706" r:id="rId3"/>
    <p:sldLayoutId id="2147483698" r:id="rId4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34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1" r:id="rId2"/>
    <p:sldLayoutId id="2147483707" r:id="rId3"/>
    <p:sldLayoutId id="2147483738" r:id="rId4"/>
    <p:sldLayoutId id="2147483679" r:id="rId5"/>
    <p:sldLayoutId id="2147483693" r:id="rId6"/>
    <p:sldLayoutId id="2147483726" r:id="rId7"/>
    <p:sldLayoutId id="2147483727" r:id="rId8"/>
    <p:sldLayoutId id="2147483678" r:id="rId9"/>
    <p:sldLayoutId id="2147483654" r:id="rId10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373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650" r:id="rId2"/>
    <p:sldLayoutId id="2147483683" r:id="rId3"/>
    <p:sldLayoutId id="2147483695" r:id="rId4"/>
    <p:sldLayoutId id="2147483686" r:id="rId5"/>
    <p:sldLayoutId id="2147483728" r:id="rId6"/>
    <p:sldLayoutId id="2147483682" r:id="rId7"/>
    <p:sldLayoutId id="2147483696" r:id="rId8"/>
    <p:sldLayoutId id="2147483729" r:id="rId9"/>
    <p:sldLayoutId id="2147483730" r:id="rId10"/>
    <p:sldLayoutId id="2147483691" r:id="rId11"/>
    <p:sldLayoutId id="2147483731" r:id="rId12"/>
    <p:sldLayoutId id="2147483694" r:id="rId13"/>
    <p:sldLayoutId id="2147483739" r:id="rId14"/>
    <p:sldLayoutId id="2147483677" r:id="rId15"/>
    <p:sldLayoutId id="2147483710" r:id="rId16"/>
    <p:sldLayoutId id="2147483672" r:id="rId17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>
          <a:solidFill>
            <a:schemeClr val="tx2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840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7" r:id="rId2"/>
    <p:sldLayoutId id="2147483708" r:id="rId3"/>
    <p:sldLayoutId id="2147483690" r:id="rId4"/>
    <p:sldLayoutId id="2147483680" r:id="rId5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64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1" r:id="rId2"/>
    <p:sldLayoutId id="2147483685" r:id="rId3"/>
    <p:sldLayoutId id="2147483692" r:id="rId4"/>
    <p:sldLayoutId id="2147483703" r:id="rId5"/>
    <p:sldLayoutId id="2147483704" r:id="rId6"/>
    <p:sldLayoutId id="2147483681" r:id="rId7"/>
    <p:sldLayoutId id="2147483655" r:id="rId8"/>
    <p:sldLayoutId id="2147483732" r:id="rId9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accent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570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0" r:id="rId2"/>
    <p:sldLayoutId id="2147483733" r:id="rId3"/>
    <p:sldLayoutId id="2147483662" r:id="rId4"/>
    <p:sldLayoutId id="2147483675" r:id="rId5"/>
    <p:sldLayoutId id="2147483734" r:id="rId6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accent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515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8" r:id="rId2"/>
    <p:sldLayoutId id="2147483735" r:id="rId3"/>
    <p:sldLayoutId id="2147483676" r:id="rId4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accent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6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205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333-E1F5-1AFD-11C0-624BCCBC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825625"/>
            <a:ext cx="1105931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3AB83-3927-9770-9254-BFD12BE3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19" y="907138"/>
            <a:ext cx="11059312" cy="4269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77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25" r:id="rId2"/>
    <p:sldLayoutId id="2147483709" r:id="rId3"/>
  </p:sldLayoutIdLst>
  <p:txStyles>
    <p:titleStyle>
      <a:lvl1pPr algn="l" defTabSz="914400" rtl="0" eaLnBrk="1" fontAlgn="auto" latinLnBrk="0" hangingPunct="1">
        <a:lnSpc>
          <a:spcPct val="75000"/>
        </a:lnSpc>
        <a:spcBef>
          <a:spcPct val="0"/>
        </a:spcBef>
        <a:buNone/>
        <a:defRPr sz="5200" b="1" i="0" kern="1200" cap="all" baseline="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/>
        <a:defRPr sz="24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20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b="0" i="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6.emf"/><Relationship Id="rId5" Type="http://schemas.openxmlformats.org/officeDocument/2006/relationships/image" Target="../media/image8.emf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8_F92653A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18" Type="http://schemas.openxmlformats.org/officeDocument/2006/relationships/image" Target="../media/image36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17" Type="http://schemas.openxmlformats.org/officeDocument/2006/relationships/image" Target="../media/image35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5" Type="http://schemas.openxmlformats.org/officeDocument/2006/relationships/image" Target="../media/image21.svg"/><Relationship Id="rId10" Type="http://schemas.openxmlformats.org/officeDocument/2006/relationships/image" Target="../media/image30.svg"/><Relationship Id="rId19" Type="http://schemas.openxmlformats.org/officeDocument/2006/relationships/image" Target="../media/image37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Relationship Id="rId1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svg"/><Relationship Id="rId18" Type="http://schemas.openxmlformats.org/officeDocument/2006/relationships/image" Target="../media/image53.svg"/><Relationship Id="rId26" Type="http://schemas.openxmlformats.org/officeDocument/2006/relationships/image" Target="../media/image61.svg"/><Relationship Id="rId3" Type="http://schemas.openxmlformats.org/officeDocument/2006/relationships/image" Target="../media/image38.svg"/><Relationship Id="rId21" Type="http://schemas.openxmlformats.org/officeDocument/2006/relationships/image" Target="../media/image56.sv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17" Type="http://schemas.openxmlformats.org/officeDocument/2006/relationships/image" Target="../media/image52.svg"/><Relationship Id="rId25" Type="http://schemas.openxmlformats.org/officeDocument/2006/relationships/image" Target="../media/image60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1.sv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1.svg"/><Relationship Id="rId11" Type="http://schemas.openxmlformats.org/officeDocument/2006/relationships/image" Target="../media/image46.svg"/><Relationship Id="rId24" Type="http://schemas.openxmlformats.org/officeDocument/2006/relationships/image" Target="../media/image59.svg"/><Relationship Id="rId5" Type="http://schemas.openxmlformats.org/officeDocument/2006/relationships/image" Target="../media/image40.svg"/><Relationship Id="rId15" Type="http://schemas.openxmlformats.org/officeDocument/2006/relationships/image" Target="../media/image50.svg"/><Relationship Id="rId23" Type="http://schemas.openxmlformats.org/officeDocument/2006/relationships/image" Target="../media/image58.svg"/><Relationship Id="rId28" Type="http://schemas.openxmlformats.org/officeDocument/2006/relationships/image" Target="../media/image63.svg"/><Relationship Id="rId10" Type="http://schemas.openxmlformats.org/officeDocument/2006/relationships/image" Target="../media/image45.svg"/><Relationship Id="rId19" Type="http://schemas.openxmlformats.org/officeDocument/2006/relationships/image" Target="../media/image54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Relationship Id="rId14" Type="http://schemas.openxmlformats.org/officeDocument/2006/relationships/image" Target="../media/image49.svg"/><Relationship Id="rId22" Type="http://schemas.openxmlformats.org/officeDocument/2006/relationships/image" Target="../media/image57.svg"/><Relationship Id="rId27" Type="http://schemas.openxmlformats.org/officeDocument/2006/relationships/image" Target="../media/image6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71.svg"/><Relationship Id="rId18" Type="http://schemas.openxmlformats.org/officeDocument/2006/relationships/image" Target="../media/image75.svg"/><Relationship Id="rId3" Type="http://schemas.openxmlformats.org/officeDocument/2006/relationships/image" Target="../media/image64.svg"/><Relationship Id="rId7" Type="http://schemas.openxmlformats.org/officeDocument/2006/relationships/image" Target="../media/image20.svg"/><Relationship Id="rId12" Type="http://schemas.openxmlformats.org/officeDocument/2006/relationships/image" Target="../media/image70.svg"/><Relationship Id="rId17" Type="http://schemas.openxmlformats.org/officeDocument/2006/relationships/image" Target="../media/image74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73.sv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66.svg"/><Relationship Id="rId11" Type="http://schemas.openxmlformats.org/officeDocument/2006/relationships/image" Target="../media/image69.svg"/><Relationship Id="rId5" Type="http://schemas.openxmlformats.org/officeDocument/2006/relationships/image" Target="../media/image17.svg"/><Relationship Id="rId15" Type="http://schemas.openxmlformats.org/officeDocument/2006/relationships/image" Target="../media/image72.svg"/><Relationship Id="rId10" Type="http://schemas.openxmlformats.org/officeDocument/2006/relationships/image" Target="../media/image68.svg"/><Relationship Id="rId19" Type="http://schemas.openxmlformats.org/officeDocument/2006/relationships/image" Target="../media/image76.svg"/><Relationship Id="rId4" Type="http://schemas.openxmlformats.org/officeDocument/2006/relationships/image" Target="../media/image65.svg"/><Relationship Id="rId9" Type="http://schemas.openxmlformats.org/officeDocument/2006/relationships/image" Target="../media/image67.svg"/><Relationship Id="rId14" Type="http://schemas.openxmlformats.org/officeDocument/2006/relationships/image" Target="../media/image1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86.svg"/><Relationship Id="rId18" Type="http://schemas.openxmlformats.org/officeDocument/2006/relationships/image" Target="../media/image91.svg"/><Relationship Id="rId26" Type="http://schemas.openxmlformats.org/officeDocument/2006/relationships/image" Target="../media/image98.svg"/><Relationship Id="rId3" Type="http://schemas.microsoft.com/office/2018/10/relationships/comments" Target="../comments/modernComment_18F_F9749414.xml"/><Relationship Id="rId21" Type="http://schemas.openxmlformats.org/officeDocument/2006/relationships/image" Target="../media/image93.svg"/><Relationship Id="rId7" Type="http://schemas.openxmlformats.org/officeDocument/2006/relationships/image" Target="../media/image80.svg"/><Relationship Id="rId12" Type="http://schemas.openxmlformats.org/officeDocument/2006/relationships/image" Target="../media/image85.svg"/><Relationship Id="rId17" Type="http://schemas.openxmlformats.org/officeDocument/2006/relationships/image" Target="../media/image90.svg"/><Relationship Id="rId25" Type="http://schemas.openxmlformats.org/officeDocument/2006/relationships/image" Target="../media/image97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89.svg"/><Relationship Id="rId20" Type="http://schemas.openxmlformats.org/officeDocument/2006/relationships/image" Target="../media/image92.sv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79.svg"/><Relationship Id="rId11" Type="http://schemas.openxmlformats.org/officeDocument/2006/relationships/image" Target="../media/image84.svg"/><Relationship Id="rId24" Type="http://schemas.openxmlformats.org/officeDocument/2006/relationships/image" Target="../media/image96.svg"/><Relationship Id="rId5" Type="http://schemas.openxmlformats.org/officeDocument/2006/relationships/image" Target="../media/image78.svg"/><Relationship Id="rId15" Type="http://schemas.openxmlformats.org/officeDocument/2006/relationships/image" Target="../media/image88.svg"/><Relationship Id="rId23" Type="http://schemas.openxmlformats.org/officeDocument/2006/relationships/image" Target="../media/image95.svg"/><Relationship Id="rId28" Type="http://schemas.openxmlformats.org/officeDocument/2006/relationships/image" Target="../media/image100.svg"/><Relationship Id="rId10" Type="http://schemas.openxmlformats.org/officeDocument/2006/relationships/image" Target="../media/image83.svg"/><Relationship Id="rId19" Type="http://schemas.openxmlformats.org/officeDocument/2006/relationships/image" Target="../media/image18.svg"/><Relationship Id="rId4" Type="http://schemas.openxmlformats.org/officeDocument/2006/relationships/image" Target="../media/image77.svg"/><Relationship Id="rId9" Type="http://schemas.openxmlformats.org/officeDocument/2006/relationships/image" Target="../media/image82.svg"/><Relationship Id="rId14" Type="http://schemas.openxmlformats.org/officeDocument/2006/relationships/image" Target="../media/image87.svg"/><Relationship Id="rId22" Type="http://schemas.openxmlformats.org/officeDocument/2006/relationships/image" Target="../media/image94.svg"/><Relationship Id="rId27" Type="http://schemas.openxmlformats.org/officeDocument/2006/relationships/image" Target="../media/image9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lumni.sharepoint.com/:f:/r/sites/UCPH_KUINNO/Shared%20Documents/Kommunikation%20-%20Communication/3.%20Foto%20og%20video/Nye%20fotos%202026?csf=1&amp;web=1&amp;e=6r4ZkO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3.jpeg"/><Relationship Id="rId5" Type="http://schemas.openxmlformats.org/officeDocument/2006/relationships/image" Target="../media/image102.jpeg"/><Relationship Id="rId4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A1A9A9-41A5-5DFF-D782-3563BE3FE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June 26,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70DFE-AFA2-A85F-4960-796DF3222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Melanie </a:t>
            </a:r>
            <a:r>
              <a:rPr lang="en-GB" dirty="0" err="1"/>
              <a:t>Povlitzki</a:t>
            </a:r>
            <a:r>
              <a:rPr lang="en-GB" dirty="0"/>
              <a:t> &amp; Maria Shubra Ovesen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4DD3A-DBE2-2104-28F3-EE8A0D57A0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INTRODUCTION TO KU INNO DESIGN GUIDE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028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4C9219-B619-EC3A-1874-43A5D67255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KU INNO DESIGN GUIDE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D5572-DBD1-D3FA-9EAD-7F859FE60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WHY?</a:t>
            </a:r>
          </a:p>
          <a:p>
            <a:r>
              <a:rPr lang="en-GB" dirty="0"/>
              <a:t>GUIDING PRINCIPLES</a:t>
            </a:r>
          </a:p>
          <a:p>
            <a:r>
              <a:rPr lang="en-GB" dirty="0"/>
              <a:t>COLOR PALLETTE</a:t>
            </a:r>
          </a:p>
          <a:p>
            <a:r>
              <a:rPr lang="en-GB" dirty="0"/>
              <a:t>TEXT STYLE</a:t>
            </a:r>
          </a:p>
          <a:p>
            <a:r>
              <a:rPr lang="en-GB" dirty="0"/>
              <a:t>LOGO PLACEMENT</a:t>
            </a:r>
          </a:p>
          <a:p>
            <a:r>
              <a:rPr lang="en-GB" dirty="0"/>
              <a:t>FIGURE STYLE</a:t>
            </a:r>
          </a:p>
          <a:p>
            <a:r>
              <a:rPr lang="en-GB" dirty="0"/>
              <a:t>TABLE STYLE</a:t>
            </a:r>
          </a:p>
          <a:p>
            <a:r>
              <a:rPr lang="en-GB" dirty="0"/>
              <a:t>ICON LIBRARY</a:t>
            </a:r>
          </a:p>
          <a:p>
            <a:r>
              <a:rPr lang="en-GB" dirty="0"/>
              <a:t>PHOTO STYLE</a:t>
            </a:r>
          </a:p>
        </p:txBody>
      </p:sp>
    </p:spTree>
    <p:extLst>
      <p:ext uri="{BB962C8B-B14F-4D97-AF65-F5344CB8AC3E}">
        <p14:creationId xmlns:p14="http://schemas.microsoft.com/office/powerpoint/2010/main" val="287954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248DDD-6925-6DC8-6B1B-6D26B144A4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WHY?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5E96AB7-F60B-D0EC-308F-A34932C71CB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4"/>
          <a:stretch>
            <a:fillRect/>
          </a:stretch>
        </p:blipFill>
        <p:spPr>
          <a:xfrm>
            <a:off x="7419793" y="2038349"/>
            <a:ext cx="4260850" cy="42608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29430-1C99-33BF-67E9-991146EBA2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Consistency 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2BCE00-C4AC-EBCF-EE58-88004F9961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173EAC-9CF4-4DE9-20AA-AD5DB7572D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Cohesion (common brand)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8D742-5520-DA8E-94BC-CA7CE82554C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08C7E56-28F2-AEFB-5C1F-6A3D7712D0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dirty="0"/>
              <a:t>Clarity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176E00B-3545-0BF7-34B5-5899A49565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6176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FD6A88-D959-6836-750C-CD3A7DCD69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GUIDING PRINCIPLES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4D252F7-50AB-E5D6-55C3-CE82D28D65D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9AD165C-D542-6E32-7B8B-472069768B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sz="2000" b="1" dirty="0"/>
              <a:t>Show, don’t tell! </a:t>
            </a:r>
          </a:p>
          <a:p>
            <a:r>
              <a:rPr lang="en-GB" sz="2000" dirty="0"/>
              <a:t>More weight on pictures and visuals.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4F09F44-9800-4B85-62BA-1B2BE0580F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9113" y="2128574"/>
            <a:ext cx="1178392" cy="815122"/>
          </a:xfrm>
        </p:spPr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BC9ACC6-4297-F69D-1978-F3C2EC3D33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99400" y="5446141"/>
            <a:ext cx="4949834" cy="565989"/>
          </a:xfrm>
        </p:spPr>
        <p:txBody>
          <a:bodyPr/>
          <a:lstStyle/>
          <a:p>
            <a:r>
              <a:rPr lang="en-GB" sz="2000" b="1" dirty="0"/>
              <a:t>Don’t overcrowd your slides.</a:t>
            </a:r>
          </a:p>
          <a:p>
            <a:r>
              <a:rPr lang="en-GB" sz="2000" dirty="0"/>
              <a:t>White space between elements </a:t>
            </a:r>
          </a:p>
          <a:p>
            <a:r>
              <a:rPr lang="en-GB" sz="2000" dirty="0"/>
              <a:t>makes your slides easier to read.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57A5E16-4AC8-936B-4D56-7301B3A018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9113" y="5284698"/>
            <a:ext cx="1178392" cy="815122"/>
          </a:xfrm>
        </p:spPr>
        <p:txBody>
          <a:bodyPr/>
          <a:lstStyle/>
          <a:p>
            <a:r>
              <a:rPr lang="en-GB" dirty="0"/>
              <a:t>4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11D98AF-C027-C27C-CBF5-36EDC47FEA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sz="2000" b="1" dirty="0"/>
              <a:t>Less is more - keep it simple.</a:t>
            </a:r>
          </a:p>
          <a:p>
            <a:r>
              <a:rPr lang="en-GB" sz="2000" dirty="0"/>
              <a:t>Extra text should be added in notes.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E32D9E1-57E3-A10E-20C8-5929B86CF8B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8010" y="3174168"/>
            <a:ext cx="1178392" cy="815122"/>
          </a:xfrm>
        </p:spPr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4215236-9399-6B92-BCD0-8D7BD96B7E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sz="2000" b="1" dirty="0"/>
              <a:t>Audience focused.</a:t>
            </a:r>
          </a:p>
          <a:p>
            <a:r>
              <a:rPr lang="en-GB" sz="2000" dirty="0"/>
              <a:t>What do you want them to remember?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5C80D7D-D9C9-8495-D745-B52624107A4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9113" y="4230372"/>
            <a:ext cx="1178392" cy="815122"/>
          </a:xfrm>
        </p:spPr>
        <p:txBody>
          <a:bodyPr/>
          <a:lstStyle/>
          <a:p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1873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B719E0-B11F-BF7D-7295-C019F4E41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COLOR PALLETTE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8E453-1908-CC57-A2C8-1FD8775B88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4673705" cy="3984625"/>
          </a:xfrm>
        </p:spPr>
        <p:txBody>
          <a:bodyPr/>
          <a:lstStyle/>
          <a:p>
            <a:pPr marL="14288" indent="-14288"/>
            <a:r>
              <a:rPr lang="en-GB" dirty="0"/>
              <a:t>We use selected </a:t>
            </a:r>
            <a:r>
              <a:rPr lang="en-GB" dirty="0" err="1"/>
              <a:t>colors</a:t>
            </a:r>
            <a:r>
              <a:rPr lang="en-GB" dirty="0"/>
              <a:t> from KU’s brand guide. </a:t>
            </a:r>
          </a:p>
          <a:p>
            <a:endParaRPr lang="en-GB" dirty="0"/>
          </a:p>
          <a:p>
            <a:pPr marL="14288" indent="-14288"/>
            <a:r>
              <a:rPr lang="en-GB" dirty="0"/>
              <a:t>This combination ensures a strong connection to KU’s brand, while enabling KU INNO to distinguish itself visually as a department.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2FF73-1EEC-027F-9071-F5BFC84EF4B7}"/>
              </a:ext>
            </a:extLst>
          </p:cNvPr>
          <p:cNvSpPr/>
          <p:nvPr/>
        </p:nvSpPr>
        <p:spPr>
          <a:xfrm>
            <a:off x="7736699" y="820509"/>
            <a:ext cx="3981626" cy="16192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DA94EBF-17CF-43BC-1641-4C8AD667AAD4}"/>
              </a:ext>
            </a:extLst>
          </p:cNvPr>
          <p:cNvSpPr txBox="1">
            <a:spLocks/>
          </p:cNvSpPr>
          <p:nvPr/>
        </p:nvSpPr>
        <p:spPr>
          <a:xfrm>
            <a:off x="7751689" y="2049093"/>
            <a:ext cx="2942772" cy="3239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Red-orange</a:t>
            </a:r>
            <a:endParaRPr lang="en-GB" sz="1800" b="1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GB" sz="1800" b="1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endParaRPr lang="en-GB" sz="16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endParaRPr lang="en-GB" sz="18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175C42-F945-E5C8-F9D9-3BB062A415B9}"/>
              </a:ext>
            </a:extLst>
          </p:cNvPr>
          <p:cNvSpPr/>
          <p:nvPr/>
        </p:nvSpPr>
        <p:spPr>
          <a:xfrm>
            <a:off x="7741415" y="2438293"/>
            <a:ext cx="3981626" cy="10756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3FE22-B5FC-BCB1-EFFD-DEE17BC6010E}"/>
              </a:ext>
            </a:extLst>
          </p:cNvPr>
          <p:cNvSpPr txBox="1"/>
          <p:nvPr/>
        </p:nvSpPr>
        <p:spPr>
          <a:xfrm>
            <a:off x="10391695" y="2092607"/>
            <a:ext cx="131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GB" sz="120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#dB3B0A</a:t>
            </a:r>
            <a:endParaRPr lang="en-GB" sz="12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9462F6D-EB22-4856-B4F9-BB16278193DA}"/>
              </a:ext>
            </a:extLst>
          </p:cNvPr>
          <p:cNvGrpSpPr/>
          <p:nvPr/>
        </p:nvGrpSpPr>
        <p:grpSpPr>
          <a:xfrm>
            <a:off x="7741750" y="4525120"/>
            <a:ext cx="3981626" cy="1011487"/>
            <a:chOff x="7741415" y="3511307"/>
            <a:chExt cx="3981626" cy="101148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B30CFFB-D428-418C-8086-5692F18B0B5B}"/>
                </a:ext>
              </a:extLst>
            </p:cNvPr>
            <p:cNvSpPr/>
            <p:nvPr/>
          </p:nvSpPr>
          <p:spPr>
            <a:xfrm>
              <a:off x="7741415" y="3511307"/>
              <a:ext cx="3981626" cy="869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Text Placeholder 3">
              <a:extLst>
                <a:ext uri="{FF2B5EF4-FFF2-40B4-BE49-F238E27FC236}">
                  <a16:creationId xmlns:a16="http://schemas.microsoft.com/office/drawing/2014/main" id="{BD58DA62-87D1-475B-661B-2F2F4032A170}"/>
                </a:ext>
              </a:extLst>
            </p:cNvPr>
            <p:cNvSpPr txBox="1">
              <a:spLocks/>
            </p:cNvSpPr>
            <p:nvPr/>
          </p:nvSpPr>
          <p:spPr>
            <a:xfrm>
              <a:off x="7741415" y="4014098"/>
              <a:ext cx="1906858" cy="32393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800" b="1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Dark blue</a:t>
              </a: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589092-132A-69FF-5CC7-C10CCFDAFD46}"/>
                </a:ext>
              </a:extLst>
            </p:cNvPr>
            <p:cNvSpPr txBox="1"/>
            <p:nvPr/>
          </p:nvSpPr>
          <p:spPr>
            <a:xfrm>
              <a:off x="10411401" y="4061129"/>
              <a:ext cx="1311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120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#122947</a:t>
              </a:r>
            </a:p>
            <a:p>
              <a:pPr algn="r"/>
              <a:endPara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BBD1BDF-F583-0FBF-9C74-DEDFC89F9A81}"/>
              </a:ext>
            </a:extLst>
          </p:cNvPr>
          <p:cNvSpPr txBox="1">
            <a:spLocks/>
          </p:cNvSpPr>
          <p:nvPr/>
        </p:nvSpPr>
        <p:spPr>
          <a:xfrm>
            <a:off x="7756405" y="3154120"/>
            <a:ext cx="1906858" cy="3239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 blue</a:t>
            </a:r>
          </a:p>
          <a:p>
            <a:pPr marL="0" indent="0">
              <a:buNone/>
            </a:pPr>
            <a:endParaRPr lang="en-GB" sz="1800" b="1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endParaRPr lang="en-GB" sz="16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endParaRPr lang="en-GB" sz="18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467ED-A0F6-6BFE-F352-C3275D973F02}"/>
              </a:ext>
            </a:extLst>
          </p:cNvPr>
          <p:cNvSpPr txBox="1"/>
          <p:nvPr/>
        </p:nvSpPr>
        <p:spPr>
          <a:xfrm>
            <a:off x="10396411" y="3197634"/>
            <a:ext cx="1311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#b7d7de</a:t>
            </a:r>
          </a:p>
          <a:p>
            <a:pPr algn="r"/>
            <a:endParaRPr lang="en-GB" sz="12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907618-4909-87D5-4E4B-C14DC0FDA525}"/>
              </a:ext>
            </a:extLst>
          </p:cNvPr>
          <p:cNvGrpSpPr/>
          <p:nvPr/>
        </p:nvGrpSpPr>
        <p:grpSpPr>
          <a:xfrm>
            <a:off x="7741750" y="5399306"/>
            <a:ext cx="3981626" cy="649908"/>
            <a:chOff x="7741415" y="4387818"/>
            <a:chExt cx="3981626" cy="6499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37A78-C2A9-38D1-32C3-20110DBEBE17}"/>
                </a:ext>
              </a:extLst>
            </p:cNvPr>
            <p:cNvSpPr/>
            <p:nvPr/>
          </p:nvSpPr>
          <p:spPr>
            <a:xfrm>
              <a:off x="7741415" y="4387818"/>
              <a:ext cx="3981626" cy="5078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Text Placeholder 3">
              <a:extLst>
                <a:ext uri="{FF2B5EF4-FFF2-40B4-BE49-F238E27FC236}">
                  <a16:creationId xmlns:a16="http://schemas.microsoft.com/office/drawing/2014/main" id="{D448CED7-EAC2-C5F9-0D6A-A4B377B9A384}"/>
                </a:ext>
              </a:extLst>
            </p:cNvPr>
            <p:cNvSpPr txBox="1">
              <a:spLocks/>
            </p:cNvSpPr>
            <p:nvPr/>
          </p:nvSpPr>
          <p:spPr>
            <a:xfrm>
              <a:off x="7771395" y="4532547"/>
              <a:ext cx="1906858" cy="32393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800" b="1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KU red</a:t>
              </a: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0640B1-30CB-4038-B3BA-EEFED779CD6F}"/>
                </a:ext>
              </a:extLst>
            </p:cNvPr>
            <p:cNvSpPr txBox="1"/>
            <p:nvPr/>
          </p:nvSpPr>
          <p:spPr>
            <a:xfrm>
              <a:off x="10411401" y="4576061"/>
              <a:ext cx="1311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120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#901a1E</a:t>
              </a:r>
            </a:p>
            <a:p>
              <a:pPr algn="r"/>
              <a:endPara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A54C35-CC53-4385-541F-98EA1970919B}"/>
              </a:ext>
            </a:extLst>
          </p:cNvPr>
          <p:cNvGrpSpPr/>
          <p:nvPr/>
        </p:nvGrpSpPr>
        <p:grpSpPr>
          <a:xfrm>
            <a:off x="7741750" y="3513903"/>
            <a:ext cx="3981626" cy="1153506"/>
            <a:chOff x="7726425" y="4895708"/>
            <a:chExt cx="3981626" cy="115350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81E6EAD-E999-C6E2-8762-908E0BB126D1}"/>
                </a:ext>
              </a:extLst>
            </p:cNvPr>
            <p:cNvSpPr/>
            <p:nvPr/>
          </p:nvSpPr>
          <p:spPr>
            <a:xfrm>
              <a:off x="7726425" y="4895708"/>
              <a:ext cx="3981626" cy="1008110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Text Placeholder 3">
              <a:extLst>
                <a:ext uri="{FF2B5EF4-FFF2-40B4-BE49-F238E27FC236}">
                  <a16:creationId xmlns:a16="http://schemas.microsoft.com/office/drawing/2014/main" id="{7D364DE6-2205-C576-67B1-CB9B2052002C}"/>
                </a:ext>
              </a:extLst>
            </p:cNvPr>
            <p:cNvSpPr txBox="1">
              <a:spLocks/>
            </p:cNvSpPr>
            <p:nvPr/>
          </p:nvSpPr>
          <p:spPr>
            <a:xfrm>
              <a:off x="7741415" y="5544035"/>
              <a:ext cx="1906858" cy="32393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800" b="1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Champagne</a:t>
              </a:r>
            </a:p>
            <a:p>
              <a:pPr marL="0" indent="0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19F789-B152-892B-8AE4-AC6E55F5F2A5}"/>
                </a:ext>
              </a:extLst>
            </p:cNvPr>
            <p:cNvSpPr txBox="1"/>
            <p:nvPr/>
          </p:nvSpPr>
          <p:spPr>
            <a:xfrm>
              <a:off x="10381421" y="5587549"/>
              <a:ext cx="1311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1200">
                  <a:solidFill>
                    <a:schemeClr val="accent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#fefaf2</a:t>
              </a:r>
            </a:p>
            <a:p>
              <a:pPr algn="r"/>
              <a:endParaRPr lang="en-GB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5053EC6-A8B1-8524-7C17-DD5BC50FD1EF}"/>
              </a:ext>
            </a:extLst>
          </p:cNvPr>
          <p:cNvSpPr/>
          <p:nvPr/>
        </p:nvSpPr>
        <p:spPr>
          <a:xfrm>
            <a:off x="7741415" y="5909239"/>
            <a:ext cx="3976910" cy="4650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FECEFEB-1D8B-A04C-C6EB-0A87A964FAFE}"/>
              </a:ext>
            </a:extLst>
          </p:cNvPr>
          <p:cNvSpPr txBox="1">
            <a:spLocks/>
          </p:cNvSpPr>
          <p:nvPr/>
        </p:nvSpPr>
        <p:spPr>
          <a:xfrm>
            <a:off x="7756405" y="6011122"/>
            <a:ext cx="1906858" cy="3239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38317D"/>
              </a:buClr>
              <a:buSzPct val="120000"/>
              <a:buFont typeface="Arial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Dark grey</a:t>
            </a:r>
            <a:endParaRPr lang="en-GB" sz="1800" b="1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GB" sz="1800" b="1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endParaRPr lang="en-GB" sz="16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endParaRPr lang="en-GB" sz="18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A2B41-4050-3E3F-9DE4-429C2149DF02}"/>
              </a:ext>
            </a:extLst>
          </p:cNvPr>
          <p:cNvSpPr txBox="1"/>
          <p:nvPr/>
        </p:nvSpPr>
        <p:spPr>
          <a:xfrm>
            <a:off x="10396411" y="6054636"/>
            <a:ext cx="1311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#3d3d3d</a:t>
            </a:r>
          </a:p>
          <a:p>
            <a:pPr algn="r"/>
            <a:endParaRPr lang="en-GB" sz="12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952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144F-5497-0DAF-AFB2-8885E292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E3839-3AB3-3D11-F499-EAF214D6ED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COLOR USE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4CE8D6-9BD8-9979-DF8E-82464E1191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9" y="2286001"/>
            <a:ext cx="5489782" cy="1298374"/>
          </a:xfrm>
        </p:spPr>
        <p:txBody>
          <a:bodyPr anchor="t"/>
          <a:lstStyle/>
          <a:p>
            <a:pPr marL="14288" indent="-14288"/>
            <a:r>
              <a:rPr lang="en-GB" dirty="0"/>
              <a:t>It’s important to ensure ample contrast when combining </a:t>
            </a:r>
            <a:r>
              <a:rPr lang="en-GB" dirty="0" err="1"/>
              <a:t>colors</a:t>
            </a:r>
            <a:r>
              <a:rPr lang="en-GB" dirty="0"/>
              <a:t> to ensure readability.  </a:t>
            </a:r>
          </a:p>
          <a:p>
            <a:endParaRPr lang="en-GB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0BDB7FD-06DF-8FF0-CEAD-78DBAF69D0E2}"/>
              </a:ext>
            </a:extLst>
          </p:cNvPr>
          <p:cNvGrpSpPr/>
          <p:nvPr/>
        </p:nvGrpSpPr>
        <p:grpSpPr>
          <a:xfrm>
            <a:off x="8046434" y="4959445"/>
            <a:ext cx="3523051" cy="1298373"/>
            <a:chOff x="8184999" y="4605445"/>
            <a:chExt cx="3523051" cy="129837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C01196D-66AA-3AAE-10B6-10C5953FA349}"/>
                </a:ext>
              </a:extLst>
            </p:cNvPr>
            <p:cNvSpPr/>
            <p:nvPr/>
          </p:nvSpPr>
          <p:spPr>
            <a:xfrm>
              <a:off x="8184999" y="4605445"/>
              <a:ext cx="3523051" cy="1298373"/>
            </a:xfrm>
            <a:prstGeom prst="rect">
              <a:avLst/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Text Placeholder 3">
              <a:extLst>
                <a:ext uri="{FF2B5EF4-FFF2-40B4-BE49-F238E27FC236}">
                  <a16:creationId xmlns:a16="http://schemas.microsoft.com/office/drawing/2014/main" id="{72985157-3C7B-C7F4-04A6-F984589C6FB1}"/>
                </a:ext>
              </a:extLst>
            </p:cNvPr>
            <p:cNvSpPr txBox="1">
              <a:spLocks/>
            </p:cNvSpPr>
            <p:nvPr/>
          </p:nvSpPr>
          <p:spPr>
            <a:xfrm>
              <a:off x="8414286" y="4985379"/>
              <a:ext cx="3064475" cy="7217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800" b="1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Champagne text on </a:t>
              </a:r>
            </a:p>
            <a:p>
              <a:pPr marL="0" indent="0" algn="ctr">
                <a:buNone/>
              </a:pPr>
              <a:r>
                <a:rPr lang="en-GB" sz="1800" b="1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red-orange background</a:t>
              </a:r>
            </a:p>
            <a:p>
              <a:pPr marL="0" indent="0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D1D8CE-5983-7200-820E-B7EA0710166E}"/>
              </a:ext>
            </a:extLst>
          </p:cNvPr>
          <p:cNvGrpSpPr/>
          <p:nvPr/>
        </p:nvGrpSpPr>
        <p:grpSpPr>
          <a:xfrm>
            <a:off x="8044024" y="2362804"/>
            <a:ext cx="3523052" cy="1298373"/>
            <a:chOff x="8184999" y="4605445"/>
            <a:chExt cx="3523052" cy="129837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89D3B67-23C9-7590-8B6A-35F9D867AC3C}"/>
                </a:ext>
              </a:extLst>
            </p:cNvPr>
            <p:cNvSpPr/>
            <p:nvPr/>
          </p:nvSpPr>
          <p:spPr>
            <a:xfrm>
              <a:off x="8184999" y="4605445"/>
              <a:ext cx="3523052" cy="1298373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Text Placeholder 3">
              <a:extLst>
                <a:ext uri="{FF2B5EF4-FFF2-40B4-BE49-F238E27FC236}">
                  <a16:creationId xmlns:a16="http://schemas.microsoft.com/office/drawing/2014/main" id="{865D56F8-AC19-64F9-0FFF-9738D4161E88}"/>
                </a:ext>
              </a:extLst>
            </p:cNvPr>
            <p:cNvSpPr txBox="1">
              <a:spLocks/>
            </p:cNvSpPr>
            <p:nvPr/>
          </p:nvSpPr>
          <p:spPr>
            <a:xfrm>
              <a:off x="8429611" y="4985379"/>
              <a:ext cx="3064475" cy="7217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800" b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Dark blue text on champagne background</a:t>
              </a:r>
            </a:p>
            <a:p>
              <a:pPr marL="0" indent="0">
                <a:buNone/>
              </a:pPr>
              <a:endParaRPr lang="en-GB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97DBC9C-FA44-5F60-F06A-E94163EC1510}"/>
              </a:ext>
            </a:extLst>
          </p:cNvPr>
          <p:cNvGrpSpPr/>
          <p:nvPr/>
        </p:nvGrpSpPr>
        <p:grpSpPr>
          <a:xfrm>
            <a:off x="8044024" y="3663378"/>
            <a:ext cx="3523051" cy="1298373"/>
            <a:chOff x="8184999" y="4605445"/>
            <a:chExt cx="3523051" cy="129837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7EFD964-FFA2-C1E1-3B51-7ECABCA359DD}"/>
                </a:ext>
              </a:extLst>
            </p:cNvPr>
            <p:cNvSpPr/>
            <p:nvPr/>
          </p:nvSpPr>
          <p:spPr>
            <a:xfrm>
              <a:off x="8184999" y="4605445"/>
              <a:ext cx="3523051" cy="1298373"/>
            </a:xfrm>
            <a:prstGeom prst="rect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Text Placeholder 3">
              <a:extLst>
                <a:ext uri="{FF2B5EF4-FFF2-40B4-BE49-F238E27FC236}">
                  <a16:creationId xmlns:a16="http://schemas.microsoft.com/office/drawing/2014/main" id="{0C12DB20-3D64-8151-2EBE-20CE1A59A6B2}"/>
                </a:ext>
              </a:extLst>
            </p:cNvPr>
            <p:cNvSpPr txBox="1">
              <a:spLocks/>
            </p:cNvSpPr>
            <p:nvPr/>
          </p:nvSpPr>
          <p:spPr>
            <a:xfrm>
              <a:off x="8429611" y="4985379"/>
              <a:ext cx="3064475" cy="7217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800" b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Dark blue text on light blue background</a:t>
              </a:r>
            </a:p>
            <a:p>
              <a:pPr marL="0" indent="0">
                <a:buNone/>
              </a:pPr>
              <a:endParaRPr lang="en-GB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096A22C-1940-AA1C-EE23-1D94225803C1}"/>
              </a:ext>
            </a:extLst>
          </p:cNvPr>
          <p:cNvGrpSpPr/>
          <p:nvPr/>
        </p:nvGrpSpPr>
        <p:grpSpPr>
          <a:xfrm>
            <a:off x="8044023" y="1072458"/>
            <a:ext cx="3526216" cy="1298373"/>
            <a:chOff x="8181835" y="4605445"/>
            <a:chExt cx="3526216" cy="129837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DBE222-F691-030D-75C7-1A09413FE5D4}"/>
                </a:ext>
              </a:extLst>
            </p:cNvPr>
            <p:cNvSpPr/>
            <p:nvPr/>
          </p:nvSpPr>
          <p:spPr>
            <a:xfrm>
              <a:off x="8181835" y="4605445"/>
              <a:ext cx="3526216" cy="1298373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1" name="Text Placeholder 3">
              <a:extLst>
                <a:ext uri="{FF2B5EF4-FFF2-40B4-BE49-F238E27FC236}">
                  <a16:creationId xmlns:a16="http://schemas.microsoft.com/office/drawing/2014/main" id="{71032EF3-2894-8AC1-4B7E-DBDA29F220AD}"/>
                </a:ext>
              </a:extLst>
            </p:cNvPr>
            <p:cNvSpPr txBox="1">
              <a:spLocks/>
            </p:cNvSpPr>
            <p:nvPr/>
          </p:nvSpPr>
          <p:spPr>
            <a:xfrm>
              <a:off x="8426448" y="4985379"/>
              <a:ext cx="3064475" cy="7217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800" b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Red-orange text on champagne background</a:t>
              </a:r>
            </a:p>
            <a:p>
              <a:pPr marL="0" indent="0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568C363-7F73-CF11-789C-F714668FFB0A}"/>
              </a:ext>
            </a:extLst>
          </p:cNvPr>
          <p:cNvGrpSpPr/>
          <p:nvPr/>
        </p:nvGrpSpPr>
        <p:grpSpPr>
          <a:xfrm>
            <a:off x="606219" y="4972252"/>
            <a:ext cx="3327202" cy="1298373"/>
            <a:chOff x="7726425" y="4605445"/>
            <a:chExt cx="3327202" cy="129837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619047C-C423-F9A8-9398-5999CF7EA91C}"/>
                </a:ext>
              </a:extLst>
            </p:cNvPr>
            <p:cNvSpPr/>
            <p:nvPr/>
          </p:nvSpPr>
          <p:spPr>
            <a:xfrm>
              <a:off x="7726425" y="4605445"/>
              <a:ext cx="3327202" cy="1298373"/>
            </a:xfrm>
            <a:prstGeom prst="rect">
              <a:avLst/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Text Placeholder 3">
              <a:extLst>
                <a:ext uri="{FF2B5EF4-FFF2-40B4-BE49-F238E27FC236}">
                  <a16:creationId xmlns:a16="http://schemas.microsoft.com/office/drawing/2014/main" id="{0E0CAF2F-5E57-64F9-DDA0-EA6184CF44C7}"/>
                </a:ext>
              </a:extLst>
            </p:cNvPr>
            <p:cNvSpPr txBox="1">
              <a:spLocks/>
            </p:cNvSpPr>
            <p:nvPr/>
          </p:nvSpPr>
          <p:spPr>
            <a:xfrm>
              <a:off x="7857788" y="4985379"/>
              <a:ext cx="3064475" cy="7217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800" b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Dark blue text on red-orange background </a:t>
              </a:r>
            </a:p>
            <a:p>
              <a:pPr marL="0" indent="0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A6967F-238C-4AF1-C33F-A7A51DD24883}"/>
              </a:ext>
            </a:extLst>
          </p:cNvPr>
          <p:cNvGrpSpPr/>
          <p:nvPr/>
        </p:nvGrpSpPr>
        <p:grpSpPr>
          <a:xfrm>
            <a:off x="606219" y="3669128"/>
            <a:ext cx="3327202" cy="1298373"/>
            <a:chOff x="7726425" y="4605445"/>
            <a:chExt cx="3327202" cy="129837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ED70192-277C-ACEE-C06F-78E31DE979FB}"/>
                </a:ext>
              </a:extLst>
            </p:cNvPr>
            <p:cNvSpPr/>
            <p:nvPr/>
          </p:nvSpPr>
          <p:spPr>
            <a:xfrm>
              <a:off x="7726425" y="4605445"/>
              <a:ext cx="3327202" cy="1298373"/>
            </a:xfrm>
            <a:prstGeom prst="rect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Text Placeholder 3">
              <a:extLst>
                <a:ext uri="{FF2B5EF4-FFF2-40B4-BE49-F238E27FC236}">
                  <a16:creationId xmlns:a16="http://schemas.microsoft.com/office/drawing/2014/main" id="{124F81D0-77E6-87B4-E09D-EB74BD1A2D69}"/>
                </a:ext>
              </a:extLst>
            </p:cNvPr>
            <p:cNvSpPr txBox="1">
              <a:spLocks/>
            </p:cNvSpPr>
            <p:nvPr/>
          </p:nvSpPr>
          <p:spPr>
            <a:xfrm>
              <a:off x="7857788" y="4985379"/>
              <a:ext cx="3064475" cy="7217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85750" indent="-2857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86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144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57350" indent="-2857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38317D"/>
                </a:buClr>
                <a:buSzPct val="120000"/>
                <a:buFont typeface="Arial" charset="0"/>
                <a:buChar char="•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800" b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Red-orange text on light blue background </a:t>
              </a:r>
            </a:p>
            <a:p>
              <a:pPr marL="0" indent="0">
                <a:buNone/>
              </a:pPr>
              <a:endParaRPr lang="en-GB" sz="18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indent="0" algn="ctr">
                <a:buNone/>
              </a:pPr>
              <a:endParaRPr lang="en-GB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EAAC9C7-2663-5FA8-7FC9-775B5C0499FA}"/>
              </a:ext>
            </a:extLst>
          </p:cNvPr>
          <p:cNvCxnSpPr>
            <a:cxnSpLocks/>
          </p:cNvCxnSpPr>
          <p:nvPr/>
        </p:nvCxnSpPr>
        <p:spPr>
          <a:xfrm flipV="1">
            <a:off x="392254" y="3464510"/>
            <a:ext cx="3755723" cy="294954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24">
            <a:extLst>
              <a:ext uri="{FF2B5EF4-FFF2-40B4-BE49-F238E27FC236}">
                <a16:creationId xmlns:a16="http://schemas.microsoft.com/office/drawing/2014/main" id="{8733BD29-97C4-66EC-14FC-3C8CBA650551}"/>
              </a:ext>
            </a:extLst>
          </p:cNvPr>
          <p:cNvSpPr txBox="1">
            <a:spLocks/>
          </p:cNvSpPr>
          <p:nvPr/>
        </p:nvSpPr>
        <p:spPr>
          <a:xfrm>
            <a:off x="5035554" y="4765431"/>
            <a:ext cx="2120892" cy="4136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09630" rtl="0" eaLnBrk="1" latinLnBrk="0" hangingPunct="1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 sz="20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/>
              <a:t>Poor </a:t>
            </a:r>
          </a:p>
          <a:p>
            <a:pPr algn="ctr"/>
            <a:r>
              <a:rPr lang="en-GB" b="1"/>
              <a:t>contrast</a:t>
            </a:r>
          </a:p>
          <a:p>
            <a:endParaRPr lang="en-GB" dirty="0"/>
          </a:p>
        </p:txBody>
      </p:sp>
      <p:sp>
        <p:nvSpPr>
          <p:cNvPr id="53" name="Text Placeholder 24">
            <a:extLst>
              <a:ext uri="{FF2B5EF4-FFF2-40B4-BE49-F238E27FC236}">
                <a16:creationId xmlns:a16="http://schemas.microsoft.com/office/drawing/2014/main" id="{5A7F16B4-9C08-02BC-12F8-A4CDE634B38C}"/>
              </a:ext>
            </a:extLst>
          </p:cNvPr>
          <p:cNvSpPr txBox="1">
            <a:spLocks/>
          </p:cNvSpPr>
          <p:nvPr/>
        </p:nvSpPr>
        <p:spPr>
          <a:xfrm>
            <a:off x="5035554" y="3462307"/>
            <a:ext cx="2120892" cy="4136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09630" rtl="0" eaLnBrk="1" latinLnBrk="0" hangingPunct="1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 sz="20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/>
              <a:t>Good</a:t>
            </a:r>
          </a:p>
          <a:p>
            <a:pPr algn="ctr"/>
            <a:r>
              <a:rPr lang="en-GB" b="1"/>
              <a:t>contrast</a:t>
            </a:r>
          </a:p>
          <a:p>
            <a:endParaRPr lang="en-GB" dirty="0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F1888851-AB8E-E903-7FE0-30E9154D0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6468" y="3464960"/>
            <a:ext cx="1143000" cy="4191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565E2166-8E0C-FB22-DA31-E93379DF99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356776" y="4789663"/>
            <a:ext cx="1143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6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36C5A-DF87-1FA4-9952-86E9FDC1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284BF2-EE3F-AEAD-0D87-2F423B4A05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THE COLOR PURPLE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5B64FE8-F3D0-283F-8998-6689E215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9" y="2286000"/>
            <a:ext cx="5489782" cy="3686577"/>
          </a:xfrm>
        </p:spPr>
        <p:txBody>
          <a:bodyPr anchor="t"/>
          <a:lstStyle/>
          <a:p>
            <a:pPr marL="14288" indent="-14288"/>
            <a:r>
              <a:rPr lang="en-GB" dirty="0">
                <a:latin typeface="Open Sans"/>
                <a:ea typeface="Open Sans"/>
                <a:cs typeface="Open Sans"/>
              </a:rPr>
              <a:t>KU Lighthouse as an innovation </a:t>
            </a:r>
            <a:r>
              <a:rPr lang="en-GB" dirty="0" err="1">
                <a:latin typeface="Open Sans"/>
                <a:ea typeface="Open Sans"/>
                <a:cs typeface="Open Sans"/>
              </a:rPr>
              <a:t>center</a:t>
            </a:r>
            <a:r>
              <a:rPr lang="en-GB" dirty="0">
                <a:latin typeface="Open Sans"/>
                <a:ea typeface="Open Sans"/>
                <a:cs typeface="Open Sans"/>
              </a:rPr>
              <a:t> is visually indicated via the use of the </a:t>
            </a:r>
            <a:r>
              <a:rPr lang="en-GB" dirty="0" err="1">
                <a:latin typeface="Open Sans"/>
                <a:ea typeface="Open Sans"/>
                <a:cs typeface="Open Sans"/>
              </a:rPr>
              <a:t>color</a:t>
            </a:r>
            <a:r>
              <a:rPr lang="en-GB" dirty="0">
                <a:latin typeface="Open Sans"/>
                <a:ea typeface="Open Sans"/>
                <a:cs typeface="Open Sans"/>
              </a:rPr>
              <a:t> purple, along with a few other visual elements. </a:t>
            </a:r>
          </a:p>
          <a:p>
            <a:endParaRPr lang="en-GB" dirty="0"/>
          </a:p>
          <a:p>
            <a:pPr marL="14288" indent="-14288"/>
            <a:r>
              <a:rPr lang="en-GB" dirty="0">
                <a:latin typeface="Open Sans"/>
                <a:ea typeface="Open Sans"/>
                <a:cs typeface="Open Sans"/>
              </a:rPr>
              <a:t>Don’t use this </a:t>
            </a:r>
            <a:r>
              <a:rPr lang="en-GB" dirty="0" err="1">
                <a:latin typeface="Open Sans"/>
                <a:ea typeface="Open Sans"/>
                <a:cs typeface="Open Sans"/>
              </a:rPr>
              <a:t>color</a:t>
            </a:r>
            <a:r>
              <a:rPr lang="en-GB" dirty="0">
                <a:latin typeface="Open Sans"/>
                <a:ea typeface="Open Sans"/>
                <a:cs typeface="Open Sans"/>
              </a:rPr>
              <a:t> unless you’re part of KU Lighthouse. A design guide for KU Lighthouse specifically will follow. </a:t>
            </a:r>
          </a:p>
        </p:txBody>
      </p:sp>
    </p:spTree>
    <p:extLst>
      <p:ext uri="{BB962C8B-B14F-4D97-AF65-F5344CB8AC3E}">
        <p14:creationId xmlns:p14="http://schemas.microsoft.com/office/powerpoint/2010/main" val="280149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12FB1FA-B278-9A9B-085C-9B5CD91B1FC7}"/>
              </a:ext>
            </a:extLst>
          </p:cNvPr>
          <p:cNvSpPr/>
          <p:nvPr/>
        </p:nvSpPr>
        <p:spPr>
          <a:xfrm>
            <a:off x="6096000" y="337930"/>
            <a:ext cx="6096000" cy="65200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22F4B7-B1BE-6A23-B1CB-3D2D12F5FB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TEXT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AD2BA-8CEC-59C8-4FC7-9BAE004B45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2388400"/>
            <a:ext cx="4770340" cy="3653873"/>
          </a:xfrm>
        </p:spPr>
        <p:txBody>
          <a:bodyPr/>
          <a:lstStyle/>
          <a:p>
            <a:r>
              <a:rPr lang="en-GB" sz="1800" dirty="0"/>
              <a:t>In </a:t>
            </a:r>
            <a:r>
              <a:rPr lang="en-GB" sz="1800" dirty="0" err="1"/>
              <a:t>powerpoint</a:t>
            </a:r>
            <a:r>
              <a:rPr lang="en-GB" sz="1800" dirty="0"/>
              <a:t>, we use the font type Open Sans - a sans serif KU font</a:t>
            </a:r>
          </a:p>
          <a:p>
            <a:endParaRPr lang="en-GB" sz="1800" dirty="0"/>
          </a:p>
          <a:p>
            <a:r>
              <a:rPr lang="en-GB" sz="1800" dirty="0">
                <a:latin typeface="Open Sans"/>
                <a:ea typeface="Open Sans"/>
                <a:cs typeface="Open Sans"/>
              </a:rPr>
              <a:t>Use Regular, </a:t>
            </a:r>
            <a:r>
              <a:rPr lang="en-GB" sz="1800" b="1" dirty="0">
                <a:latin typeface="Open Sans Semibold"/>
                <a:ea typeface="Open Sans Semibold"/>
                <a:cs typeface="Open Sans Semibold"/>
              </a:rPr>
              <a:t>Semibold</a:t>
            </a:r>
            <a:r>
              <a:rPr lang="en-GB" sz="1800" dirty="0">
                <a:latin typeface="Open Sans SemiBold"/>
                <a:ea typeface="Open Sans SemiBold"/>
                <a:cs typeface="Open Sans SemiBold"/>
              </a:rPr>
              <a:t> </a:t>
            </a:r>
            <a:r>
              <a:rPr lang="en-GB" sz="1800" dirty="0">
                <a:latin typeface="Open Sans"/>
                <a:ea typeface="Open Sans"/>
                <a:cs typeface="Open Sans"/>
              </a:rPr>
              <a:t>or </a:t>
            </a:r>
            <a:r>
              <a:rPr lang="en-GB" sz="1800" b="1" dirty="0">
                <a:latin typeface="Open Sans"/>
                <a:ea typeface="Open Sans"/>
                <a:cs typeface="Open Sans"/>
              </a:rPr>
              <a:t>Bold</a:t>
            </a:r>
            <a:r>
              <a:rPr lang="en-GB" sz="1800" dirty="0">
                <a:latin typeface="Open Sans"/>
                <a:ea typeface="Open Sans"/>
                <a:cs typeface="Open Sans"/>
              </a:rPr>
              <a:t> depending on hierarchy. Text hierarchies are built into the layout options.</a:t>
            </a:r>
          </a:p>
          <a:p>
            <a:endParaRPr lang="en-GB" sz="1800" dirty="0"/>
          </a:p>
          <a:p>
            <a:r>
              <a:rPr lang="en-GB" sz="1800" dirty="0">
                <a:latin typeface="Open Sans"/>
                <a:ea typeface="Open Sans"/>
                <a:cs typeface="Open Sans"/>
              </a:rPr>
              <a:t>*As a general rule, use the same text </a:t>
            </a:r>
            <a:r>
              <a:rPr lang="en-GB" sz="1800" dirty="0" err="1">
                <a:latin typeface="Open Sans"/>
                <a:ea typeface="Open Sans"/>
                <a:cs typeface="Open Sans"/>
              </a:rPr>
              <a:t>color</a:t>
            </a:r>
            <a:r>
              <a:rPr lang="en-GB" sz="1800" dirty="0">
                <a:latin typeface="Open Sans"/>
                <a:ea typeface="Open Sans"/>
                <a:cs typeface="Open Sans"/>
              </a:rPr>
              <a:t> across text hierarchies. Use a maximum of 3 different </a:t>
            </a:r>
            <a:r>
              <a:rPr lang="en-GB" sz="1800" dirty="0" err="1">
                <a:latin typeface="Open Sans"/>
                <a:ea typeface="Open Sans"/>
                <a:cs typeface="Open Sans"/>
              </a:rPr>
              <a:t>colors</a:t>
            </a:r>
            <a:r>
              <a:rPr lang="en-GB" sz="1800" dirty="0">
                <a:latin typeface="Open Sans"/>
                <a:ea typeface="Open Sans"/>
                <a:cs typeface="Open Sans"/>
              </a:rPr>
              <a:t> on the same slide, including text, background and graphics.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E3EAB-23D2-BA9C-EE85-7DF2A04C65D1}"/>
              </a:ext>
            </a:extLst>
          </p:cNvPr>
          <p:cNvSpPr txBox="1"/>
          <p:nvPr/>
        </p:nvSpPr>
        <p:spPr>
          <a:xfrm>
            <a:off x="9284214" y="3793265"/>
            <a:ext cx="2714619" cy="4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Semibold, CAPS, 52 pt.  </a:t>
            </a:r>
            <a:endParaRPr lang="en-GB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8236E8E-6B2E-C1DE-47D4-5F13801D1FF0}"/>
              </a:ext>
            </a:extLst>
          </p:cNvPr>
          <p:cNvSpPr txBox="1">
            <a:spLocks/>
          </p:cNvSpPr>
          <p:nvPr/>
        </p:nvSpPr>
        <p:spPr>
          <a:xfrm>
            <a:off x="7002178" y="3467709"/>
            <a:ext cx="3508581" cy="2179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09630" rtl="0" eaLnBrk="1" latinLnBrk="0" hangingPunct="1">
              <a:lnSpc>
                <a:spcPct val="7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2"/>
                </a:solidFill>
              </a:rPr>
              <a:t>SUB-HEADINGS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C22FA-AF05-F693-441F-2D81600DA1C1}"/>
              </a:ext>
            </a:extLst>
          </p:cNvPr>
          <p:cNvSpPr txBox="1"/>
          <p:nvPr/>
        </p:nvSpPr>
        <p:spPr>
          <a:xfrm>
            <a:off x="8476863" y="4462422"/>
            <a:ext cx="2460982" cy="4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Regular, CAPS, 24 pt.  </a:t>
            </a:r>
            <a:endParaRPr lang="en-GB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2D05A86-6BD4-B349-9DC8-17BC1D533DA7}"/>
              </a:ext>
            </a:extLst>
          </p:cNvPr>
          <p:cNvSpPr txBox="1">
            <a:spLocks/>
          </p:cNvSpPr>
          <p:nvPr/>
        </p:nvSpPr>
        <p:spPr>
          <a:xfrm>
            <a:off x="6943186" y="3932343"/>
            <a:ext cx="4960938" cy="565989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2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2"/>
                </a:solidFill>
              </a:rPr>
              <a:t>Body text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C75124-A94E-921D-E7E2-6F0054B744FA}"/>
              </a:ext>
            </a:extLst>
          </p:cNvPr>
          <p:cNvSpPr txBox="1"/>
          <p:nvPr/>
        </p:nvSpPr>
        <p:spPr>
          <a:xfrm>
            <a:off x="6943185" y="5028539"/>
            <a:ext cx="4160244" cy="73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Regular, Sentence case, 24-18pt. </a:t>
            </a:r>
          </a:p>
          <a:p>
            <a:pPr algn="l">
              <a:lnSpc>
                <a:spcPct val="120000"/>
              </a:lnSpc>
            </a:pPr>
            <a:r>
              <a:rPr lang="en-GB"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Line spacing: Multiple (1.2)</a:t>
            </a:r>
            <a:endParaRPr lang="en-GB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0CB028A8-F010-B1D9-B82A-C12006E0636B}"/>
              </a:ext>
            </a:extLst>
          </p:cNvPr>
          <p:cNvSpPr txBox="1">
            <a:spLocks/>
          </p:cNvSpPr>
          <p:nvPr/>
        </p:nvSpPr>
        <p:spPr>
          <a:xfrm>
            <a:off x="7002178" y="2778063"/>
            <a:ext cx="3508581" cy="5922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09630" rtl="0" eaLnBrk="1" latinLnBrk="0" hangingPunct="1">
              <a:lnSpc>
                <a:spcPct val="75000"/>
              </a:lnSpc>
              <a:spcBef>
                <a:spcPts val="0"/>
              </a:spcBef>
              <a:buFont typeface="Arial" pitchFamily="34" charset="0"/>
              <a:buNone/>
              <a:defRPr sz="5200" b="1" i="0" kern="1200" spc="0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2"/>
                </a:solidFill>
              </a:rPr>
              <a:t>HEADINGS</a:t>
            </a:r>
            <a:endParaRPr lang="en-GB" dirty="0">
              <a:solidFill>
                <a:schemeClr val="bg2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3C990F3-4BED-FC5E-3FC4-17EB35B2C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0968"/>
          <a:stretch>
            <a:fillRect/>
          </a:stretch>
        </p:blipFill>
        <p:spPr>
          <a:xfrm rot="5400000">
            <a:off x="9362080" y="3365984"/>
            <a:ext cx="446138" cy="4191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DE7B23E-C6DB-57A8-17E9-8BCE9931A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477" r="-1"/>
          <a:stretch>
            <a:fillRect/>
          </a:stretch>
        </p:blipFill>
        <p:spPr>
          <a:xfrm rot="5400000">
            <a:off x="8444865" y="3934556"/>
            <a:ext cx="623206" cy="4191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D4ECA3B-9D47-29E5-F298-B2979BFB92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0968"/>
          <a:stretch>
            <a:fillRect/>
          </a:stretch>
        </p:blipFill>
        <p:spPr>
          <a:xfrm rot="5400000">
            <a:off x="6981720" y="4553885"/>
            <a:ext cx="446138" cy="419100"/>
          </a:xfrm>
          <a:prstGeom prst="rect">
            <a:avLst/>
          </a:prstGeom>
        </p:spPr>
      </p:pic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BAF214D4-FCCE-EDDB-B4E7-33EF337A6C99}"/>
              </a:ext>
            </a:extLst>
          </p:cNvPr>
          <p:cNvSpPr txBox="1">
            <a:spLocks/>
          </p:cNvSpPr>
          <p:nvPr/>
        </p:nvSpPr>
        <p:spPr>
          <a:xfrm>
            <a:off x="6943186" y="1061628"/>
            <a:ext cx="3508581" cy="2179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09630" rtl="0" eaLnBrk="1" latinLnBrk="0" hangingPunct="1">
              <a:lnSpc>
                <a:spcPct val="7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chemeClr val="bg2"/>
                </a:solidFill>
              </a:rPr>
              <a:t>EXAMPLE: </a:t>
            </a:r>
            <a:endParaRPr lang="en-GB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89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0E509C0-71A6-E912-D1E2-84E9825E2A41}"/>
              </a:ext>
            </a:extLst>
          </p:cNvPr>
          <p:cNvSpPr txBox="1">
            <a:spLocks/>
          </p:cNvSpPr>
          <p:nvPr/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2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</a:pPr>
            <a:r>
              <a:rPr lang="en-GB" sz="5200" b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LOGO PLACEMENT</a:t>
            </a:r>
            <a:endParaRPr lang="en-GB" sz="5200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1DA99-37E9-07E5-6366-BE3EC68A5AE2}"/>
              </a:ext>
            </a:extLst>
          </p:cNvPr>
          <p:cNvSpPr txBox="1">
            <a:spLocks/>
          </p:cNvSpPr>
          <p:nvPr/>
        </p:nvSpPr>
        <p:spPr>
          <a:xfrm>
            <a:off x="606218" y="2286000"/>
            <a:ext cx="6888276" cy="39846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609630" rtl="0" eaLnBrk="1" latinLnBrk="0" hangingPunct="1">
              <a:lnSpc>
                <a:spcPct val="12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GB" sz="1800"/>
              <a:t>KU’s logo must be </a:t>
            </a:r>
            <a:r>
              <a:rPr lang="en-GB" sz="1800" b="1"/>
              <a:t>visible on all slides</a:t>
            </a:r>
            <a:r>
              <a:rPr lang="en-GB" sz="1800"/>
              <a:t>. </a:t>
            </a:r>
          </a:p>
          <a:p>
            <a:pPr>
              <a:lnSpc>
                <a:spcPct val="120000"/>
              </a:lnSpc>
            </a:pPr>
            <a:endParaRPr lang="en-GB" sz="1800"/>
          </a:p>
          <a:p>
            <a:pPr>
              <a:lnSpc>
                <a:spcPct val="120000"/>
              </a:lnSpc>
            </a:pPr>
            <a:r>
              <a:rPr lang="en-GB" sz="1800">
                <a:latin typeface="Open Sans"/>
                <a:ea typeface="Open Sans"/>
                <a:cs typeface="Open Sans"/>
              </a:rPr>
              <a:t>On </a:t>
            </a:r>
            <a:r>
              <a:rPr lang="en-GB" sz="1800" b="1">
                <a:latin typeface="Open Sans"/>
                <a:ea typeface="Open Sans"/>
                <a:cs typeface="Open Sans"/>
              </a:rPr>
              <a:t>most slides</a:t>
            </a:r>
            <a:r>
              <a:rPr lang="en-GB" sz="1800">
                <a:latin typeface="Open Sans"/>
                <a:ea typeface="Open Sans"/>
                <a:cs typeface="Open Sans"/>
              </a:rPr>
              <a:t>, placement should be at the </a:t>
            </a:r>
            <a:r>
              <a:rPr lang="en-GB" sz="1800" b="1">
                <a:latin typeface="Open Sans"/>
                <a:ea typeface="Open Sans"/>
                <a:cs typeface="Open Sans"/>
              </a:rPr>
              <a:t>top-left corner </a:t>
            </a:r>
            <a:r>
              <a:rPr lang="en-GB" sz="1800">
                <a:latin typeface="Open Sans"/>
                <a:ea typeface="Open Sans"/>
                <a:cs typeface="Open Sans"/>
              </a:rPr>
              <a:t>with a </a:t>
            </a:r>
            <a:r>
              <a:rPr lang="en-GB" sz="1800" b="1">
                <a:latin typeface="Open Sans"/>
                <a:ea typeface="Open Sans"/>
                <a:cs typeface="Open Sans"/>
              </a:rPr>
              <a:t>thin line underneath</a:t>
            </a:r>
            <a:r>
              <a:rPr lang="en-GB" sz="1800">
                <a:latin typeface="Open Sans"/>
                <a:ea typeface="Open Sans"/>
                <a:cs typeface="Open Sans"/>
              </a:rPr>
              <a:t>. </a:t>
            </a:r>
          </a:p>
          <a:p>
            <a:pPr>
              <a:lnSpc>
                <a:spcPct val="120000"/>
              </a:lnSpc>
            </a:pPr>
            <a:endParaRPr lang="en-GB" sz="1800"/>
          </a:p>
          <a:p>
            <a:pPr>
              <a:lnSpc>
                <a:spcPct val="120000"/>
              </a:lnSpc>
            </a:pPr>
            <a:r>
              <a:rPr lang="en-GB" sz="1800"/>
              <a:t>On title pages and slides with large quotes/statements the logo is placed in the bottom-right corner.</a:t>
            </a:r>
          </a:p>
          <a:p>
            <a:pPr>
              <a:lnSpc>
                <a:spcPct val="120000"/>
              </a:lnSpc>
            </a:pPr>
            <a:endParaRPr lang="en-GB" sz="1800"/>
          </a:p>
          <a:p>
            <a:r>
              <a:rPr lang="en-GB" sz="1800"/>
              <a:t>*Logo placement is automatically built into most slide layouts – however, due to technical issues in powerpoint the logo must be manually placed when full-slide pictures are used.</a:t>
            </a:r>
            <a:endParaRPr lang="en-GB" sz="1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4B1E83-897A-66F7-C2F4-612850FC695E}"/>
              </a:ext>
            </a:extLst>
          </p:cNvPr>
          <p:cNvCxnSpPr/>
          <p:nvPr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7B738B-FB8D-7F4F-919E-EA56643B62AF}"/>
              </a:ext>
            </a:extLst>
          </p:cNvPr>
          <p:cNvSpPr txBox="1"/>
          <p:nvPr/>
        </p:nvSpPr>
        <p:spPr>
          <a:xfrm>
            <a:off x="8913998" y="2199945"/>
            <a:ext cx="1949024" cy="2395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these logos for copy/pasting on top of pictures. DO NOT CHANGE SCALE! </a:t>
            </a:r>
            <a:endParaRPr lang="en-GB" sz="1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F33D198-F844-675F-0BE8-4530E16F3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477" r="-1"/>
          <a:stretch>
            <a:fillRect/>
          </a:stretch>
        </p:blipFill>
        <p:spPr>
          <a:xfrm rot="16200000">
            <a:off x="9576907" y="1157512"/>
            <a:ext cx="623206" cy="4191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1623D9-92A4-963F-C1F6-B7B2A61A3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477" r="-1"/>
          <a:stretch>
            <a:fillRect/>
          </a:stretch>
        </p:blipFill>
        <p:spPr>
          <a:xfrm rot="2986738">
            <a:off x="10374426" y="4883008"/>
            <a:ext cx="623206" cy="419100"/>
          </a:xfrm>
          <a:prstGeom prst="rect">
            <a:avLst/>
          </a:prstGeom>
        </p:spPr>
      </p:pic>
      <p:sp>
        <p:nvSpPr>
          <p:cNvPr id="18" name="Freeform 2">
            <a:extLst>
              <a:ext uri="{FF2B5EF4-FFF2-40B4-BE49-F238E27FC236}">
                <a16:creationId xmlns:a16="http://schemas.microsoft.com/office/drawing/2014/main" id="{C88D653D-6F98-8D7A-DF01-1DA960F749A5}"/>
              </a:ext>
            </a:extLst>
          </p:cNvPr>
          <p:cNvSpPr/>
          <p:nvPr/>
        </p:nvSpPr>
        <p:spPr>
          <a:xfrm>
            <a:off x="10982276" y="5422839"/>
            <a:ext cx="737976" cy="929702"/>
          </a:xfrm>
          <a:custGeom>
            <a:avLst/>
            <a:gdLst/>
            <a:ahLst/>
            <a:cxnLst/>
            <a:rect l="l" t="t" r="r" b="b"/>
            <a:pathLst>
              <a:path w="967309" h="1218616">
                <a:moveTo>
                  <a:pt x="0" y="0"/>
                </a:moveTo>
                <a:lnTo>
                  <a:pt x="967308" y="0"/>
                </a:lnTo>
                <a:lnTo>
                  <a:pt x="967308" y="1218616"/>
                </a:lnTo>
                <a:lnTo>
                  <a:pt x="0" y="121861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800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377C7C05-7A64-39AE-394B-6A31CFEC9E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6" name="Picture 27">
            <a:extLst>
              <a:ext uri="{FF2B5EF4-FFF2-40B4-BE49-F238E27FC236}">
                <a16:creationId xmlns:a16="http://schemas.microsoft.com/office/drawing/2014/main" id="{99A1BDDB-7713-4F63-CDEC-5DDA74814C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3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1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CE5C0-C2D5-C8DD-D423-59D1EF225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1B87AB3-809C-E2C8-6B05-D2F2657127A5}"/>
              </a:ext>
            </a:extLst>
          </p:cNvPr>
          <p:cNvSpPr txBox="1"/>
          <p:nvPr/>
        </p:nvSpPr>
        <p:spPr>
          <a:xfrm>
            <a:off x="8913998" y="2199945"/>
            <a:ext cx="1949024" cy="2395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18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these logos for copy/pasting on top of pictures. DO NOT CHANGE SCALE! </a:t>
            </a:r>
            <a:endParaRPr lang="en-GB" sz="18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16DFE6D-EC74-73BF-AE63-01C235109DBD}"/>
              </a:ext>
            </a:extLst>
          </p:cNvPr>
          <p:cNvSpPr txBox="1">
            <a:spLocks/>
          </p:cNvSpPr>
          <p:nvPr/>
        </p:nvSpPr>
        <p:spPr>
          <a:xfrm>
            <a:off x="609599" y="885422"/>
            <a:ext cx="10972802" cy="592280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2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</a:pPr>
            <a:r>
              <a:rPr lang="en-GB" sz="5200" b="1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LOGO PLACEMENT</a:t>
            </a:r>
            <a:endParaRPr lang="en-GB" sz="5200" b="1" dirty="0">
              <a:solidFill>
                <a:schemeClr val="accent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3977C-3881-63BF-4E60-63599F47ABC1}"/>
              </a:ext>
            </a:extLst>
          </p:cNvPr>
          <p:cNvSpPr txBox="1">
            <a:spLocks/>
          </p:cNvSpPr>
          <p:nvPr/>
        </p:nvSpPr>
        <p:spPr>
          <a:xfrm>
            <a:off x="606218" y="2286000"/>
            <a:ext cx="6629469" cy="3984625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2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GB">
                <a:solidFill>
                  <a:schemeClr val="accent1"/>
                </a:solidFill>
              </a:rPr>
              <a:t>On </a:t>
            </a:r>
            <a:r>
              <a:rPr lang="en-GB" b="1">
                <a:solidFill>
                  <a:schemeClr val="accent1"/>
                </a:solidFill>
              </a:rPr>
              <a:t>dark backgrounds </a:t>
            </a:r>
            <a:r>
              <a:rPr lang="en-GB">
                <a:solidFill>
                  <a:schemeClr val="accent1"/>
                </a:solidFill>
              </a:rPr>
              <a:t>(red-orange, dark blue , KU red or dark-colored whole-slide pictures), a </a:t>
            </a:r>
            <a:r>
              <a:rPr lang="en-GB" b="1">
                <a:solidFill>
                  <a:schemeClr val="accent1"/>
                </a:solidFill>
              </a:rPr>
              <a:t>negative </a:t>
            </a:r>
            <a:r>
              <a:rPr lang="en-GB">
                <a:solidFill>
                  <a:schemeClr val="accent1"/>
                </a:solidFill>
              </a:rPr>
              <a:t>(white) version of the logo is used to ensure visibility. </a:t>
            </a:r>
          </a:p>
          <a:p>
            <a:pPr>
              <a:lnSpc>
                <a:spcPct val="120000"/>
              </a:lnSpc>
            </a:pPr>
            <a:endParaRPr lang="en-GB" sz="1800" dirty="0">
              <a:solidFill>
                <a:schemeClr val="accent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CBEDC1A-58F9-B602-AC6F-BB88FD802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477" r="-1"/>
          <a:stretch>
            <a:fillRect/>
          </a:stretch>
        </p:blipFill>
        <p:spPr>
          <a:xfrm rot="16200000">
            <a:off x="9576907" y="1157512"/>
            <a:ext cx="623206" cy="4191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617B93D-09AD-FAAA-011C-668ADE933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477" r="-1"/>
          <a:stretch>
            <a:fillRect/>
          </a:stretch>
        </p:blipFill>
        <p:spPr>
          <a:xfrm rot="2986738">
            <a:off x="10374426" y="4883008"/>
            <a:ext cx="623206" cy="4191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C1BF9B-5841-D93A-1612-C3C2AA7E6418}"/>
              </a:ext>
            </a:extLst>
          </p:cNvPr>
          <p:cNvCxnSpPr/>
          <p:nvPr/>
        </p:nvCxnSpPr>
        <p:spPr>
          <a:xfrm>
            <a:off x="0" y="333215"/>
            <a:ext cx="12192000" cy="0"/>
          </a:xfrm>
          <a:prstGeom prst="line">
            <a:avLst/>
          </a:prstGeom>
          <a:ln w="381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E6BA369-AF7A-B4A7-B5F1-E2BCC39E32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7299" y="5335478"/>
            <a:ext cx="907933" cy="11021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926D8E0-8327-55FE-E0D5-EE8E6B9B7B0E}"/>
              </a:ext>
            </a:extLst>
          </p:cNvPr>
          <p:cNvGrpSpPr/>
          <p:nvPr/>
        </p:nvGrpSpPr>
        <p:grpSpPr>
          <a:xfrm>
            <a:off x="335534" y="63578"/>
            <a:ext cx="2508634" cy="211296"/>
            <a:chOff x="335534" y="63578"/>
            <a:chExt cx="2508634" cy="2112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DA4D7EB-C72D-6F4F-E10D-727B26F9BE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8667" t="8086" r="86718" b="6091"/>
            <a:stretch>
              <a:fillRect/>
            </a:stretch>
          </p:blipFill>
          <p:spPr>
            <a:xfrm>
              <a:off x="574765" y="103148"/>
              <a:ext cx="109586" cy="14400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4CCE289-CDA5-27B0-B016-4B84563B06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56135" t="-2776" r="39153" b="10395"/>
            <a:stretch>
              <a:fillRect/>
            </a:stretch>
          </p:blipFill>
          <p:spPr>
            <a:xfrm>
              <a:off x="1829632" y="92075"/>
              <a:ext cx="103941" cy="1440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BA8507-19B5-587E-9953-8BCD1D48487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lum bright="100000"/>
            </a:blip>
            <a:srcRect l="12043" t="11448" r="17199" b="13844"/>
            <a:stretch/>
          </p:blipFill>
          <p:spPr>
            <a:xfrm>
              <a:off x="335534" y="63578"/>
              <a:ext cx="166516" cy="211296"/>
            </a:xfrm>
            <a:prstGeom prst="rect">
              <a:avLst/>
            </a:prstGeom>
            <a:noFill/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E6F9F34-FB21-2F2A-0A36-27529B25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96000" t="23147" r="-1" b="3846"/>
            <a:stretch>
              <a:fillRect/>
            </a:stretch>
          </p:blipFill>
          <p:spPr>
            <a:xfrm>
              <a:off x="2755900" y="133350"/>
              <a:ext cx="88268" cy="1138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E03ED5C-B708-0EA1-4407-89FA43385F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92257" t="23341" r="5039" b="10757"/>
            <a:stretch>
              <a:fillRect/>
            </a:stretch>
          </p:blipFill>
          <p:spPr>
            <a:xfrm>
              <a:off x="2673350" y="133350"/>
              <a:ext cx="59644" cy="10273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23924A9-F60E-D1A5-C6CF-82AEE6FF5F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87189" t="23702" r="8780" b="10395"/>
            <a:stretch>
              <a:fillRect/>
            </a:stretch>
          </p:blipFill>
          <p:spPr>
            <a:xfrm>
              <a:off x="2552699" y="133350"/>
              <a:ext cx="88901" cy="10273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DCD2ADE-925F-34D4-2B35-EFDED564A0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83160" t="40" r="12810" b="10395"/>
            <a:stretch>
              <a:fillRect/>
            </a:stretch>
          </p:blipFill>
          <p:spPr>
            <a:xfrm>
              <a:off x="2463798" y="96467"/>
              <a:ext cx="88901" cy="1396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E016D2D-72B5-43E5-5CC1-3C368E37B9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78409" t="41" r="16841" b="10395"/>
            <a:stretch>
              <a:fillRect/>
            </a:stretch>
          </p:blipFill>
          <p:spPr>
            <a:xfrm>
              <a:off x="2349498" y="96468"/>
              <a:ext cx="104775" cy="13961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37B65A0-FC76-B678-8C1B-5D1CCA6E39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73140" t="23703" r="21992" b="10395"/>
            <a:stretch>
              <a:fillRect/>
            </a:stretch>
          </p:blipFill>
          <p:spPr>
            <a:xfrm>
              <a:off x="2223761" y="133350"/>
              <a:ext cx="107368" cy="10273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8B71D54-CB1F-35EC-B6C3-D0D025FFB7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69628" t="23702" r="26860" b="10395"/>
            <a:stretch>
              <a:fillRect/>
            </a:stretch>
          </p:blipFill>
          <p:spPr>
            <a:xfrm>
              <a:off x="2146298" y="133350"/>
              <a:ext cx="77463" cy="10273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A9813C9-05C2-4101-E66E-2F5CAC9E2A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65424" t="23703" r="30890" b="10395"/>
            <a:stretch>
              <a:fillRect/>
            </a:stretch>
          </p:blipFill>
          <p:spPr>
            <a:xfrm>
              <a:off x="2047223" y="133350"/>
              <a:ext cx="81287" cy="1027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3D887CB-6F4E-C89B-B5AE-6FEA3D619D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60848" t="23703" r="34575" b="10395"/>
            <a:stretch>
              <a:fillRect/>
            </a:stretch>
          </p:blipFill>
          <p:spPr>
            <a:xfrm>
              <a:off x="1943098" y="133350"/>
              <a:ext cx="100950" cy="10273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D72254B-358D-9F74-0A55-EC975308F1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50572" t="8087" r="46004" b="6091"/>
            <a:stretch>
              <a:fillRect/>
            </a:stretch>
          </p:blipFill>
          <p:spPr>
            <a:xfrm>
              <a:off x="1695449" y="103148"/>
              <a:ext cx="81287" cy="14400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EE765E7-55BB-62C6-B32F-46D2A4336C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46641" t="8087" r="49847" b="6091"/>
            <a:stretch>
              <a:fillRect/>
            </a:stretch>
          </p:blipFill>
          <p:spPr>
            <a:xfrm>
              <a:off x="1590671" y="103148"/>
              <a:ext cx="83383" cy="14400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69C5576-1A39-1F2D-3471-49BEE387F9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40063" t="26086" r="55998" b="6091"/>
            <a:stretch>
              <a:fillRect/>
            </a:stretch>
          </p:blipFill>
          <p:spPr>
            <a:xfrm>
              <a:off x="1430446" y="133350"/>
              <a:ext cx="93523" cy="1138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487D45F-334B-E464-40AE-484184166C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35747" t="26085" r="60080" b="6091"/>
            <a:stretch>
              <a:fillRect/>
            </a:stretch>
          </p:blipFill>
          <p:spPr>
            <a:xfrm>
              <a:off x="1313001" y="133350"/>
              <a:ext cx="99076" cy="1138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A9779C5-9AE8-9EA4-9983-8C2A7F8B1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34089" t="26085" r="63985" b="6091"/>
            <a:stretch>
              <a:fillRect/>
            </a:stretch>
          </p:blipFill>
          <p:spPr>
            <a:xfrm>
              <a:off x="1270455" y="133350"/>
              <a:ext cx="45719" cy="11380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F5617FB-AE6E-A122-84F6-34F7B496C9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30800" t="8086" r="66063" b="6091"/>
            <a:stretch>
              <a:fillRect/>
            </a:stretch>
          </p:blipFill>
          <p:spPr>
            <a:xfrm>
              <a:off x="1179651" y="103148"/>
              <a:ext cx="74470" cy="14400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2B2E44B-0AD4-8C67-EBD4-5A6DC23D55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27205" t="26085" r="68718" b="6091"/>
            <a:stretch>
              <a:fillRect/>
            </a:stretch>
          </p:blipFill>
          <p:spPr>
            <a:xfrm>
              <a:off x="1081560" y="133350"/>
              <a:ext cx="96793" cy="1138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702774D-DE28-B41A-4E62-DA3CEC8041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23794" t="26085" r="72462" b="6091"/>
            <a:stretch>
              <a:fillRect/>
            </a:stretch>
          </p:blipFill>
          <p:spPr>
            <a:xfrm>
              <a:off x="991063" y="133350"/>
              <a:ext cx="88899" cy="11380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370A487-2058-8D69-4E4A-31E29EE1A4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19983" t="8086" r="76609" b="6091"/>
            <a:stretch>
              <a:fillRect/>
            </a:stretch>
          </p:blipFill>
          <p:spPr>
            <a:xfrm>
              <a:off x="884709" y="103148"/>
              <a:ext cx="80928" cy="14400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D768552-1E3D-EBB6-0943-56AF68D5EE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13127" t="26085" r="82245" b="6091"/>
            <a:stretch>
              <a:fillRect/>
            </a:stretch>
          </p:blipFill>
          <p:spPr>
            <a:xfrm>
              <a:off x="696518" y="133350"/>
              <a:ext cx="109893" cy="113804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1C63C59-73B6-2571-8B8C-1906B86AD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17755" t="26085" r="79951" b="6091"/>
            <a:stretch>
              <a:fillRect/>
            </a:stretch>
          </p:blipFill>
          <p:spPr>
            <a:xfrm>
              <a:off x="822285" y="133350"/>
              <a:ext cx="54475" cy="113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8547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EDC17D-744A-2A35-4BA1-EE3FAE7DDD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FIGURE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6FACD-5DA1-35FC-6E00-D40D1F8A9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THIN OUTLINE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AF8BB-1E36-C6D6-2856-6E7BE70EF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5126125" cy="3984625"/>
          </a:xfrm>
        </p:spPr>
        <p:txBody>
          <a:bodyPr/>
          <a:lstStyle/>
          <a:p>
            <a:r>
              <a:rPr lang="en-GB" dirty="0"/>
              <a:t>One option is to use a </a:t>
            </a:r>
            <a:r>
              <a:rPr lang="en-GB" b="1" dirty="0"/>
              <a:t>thin outline </a:t>
            </a:r>
            <a:r>
              <a:rPr lang="en-GB" dirty="0"/>
              <a:t>(line weight 1.5) along with text and/or icons to create figures in ppt.</a:t>
            </a:r>
          </a:p>
          <a:p>
            <a:endParaRPr lang="en-GB" dirty="0"/>
          </a:p>
          <a:p>
            <a:r>
              <a:rPr lang="en-GB" dirty="0"/>
              <a:t>Set shapes to </a:t>
            </a:r>
            <a:r>
              <a:rPr lang="en-GB" b="1" dirty="0"/>
              <a:t>no fill </a:t>
            </a:r>
            <a:r>
              <a:rPr lang="en-GB" dirty="0"/>
              <a:t>and match the text and line </a:t>
            </a:r>
            <a:r>
              <a:rPr lang="en-GB" dirty="0" err="1"/>
              <a:t>colors</a:t>
            </a:r>
            <a:r>
              <a:rPr lang="en-GB" dirty="0"/>
              <a:t> so they are the same.</a:t>
            </a:r>
          </a:p>
          <a:p>
            <a:endParaRPr lang="en-GB" dirty="0"/>
          </a:p>
          <a:p>
            <a:r>
              <a:rPr lang="en-GB" dirty="0"/>
              <a:t>*This style works best for shapes on </a:t>
            </a:r>
            <a:r>
              <a:rPr lang="en-GB" b="1" dirty="0"/>
              <a:t>light backgrounds </a:t>
            </a:r>
            <a:r>
              <a:rPr lang="en-GB" dirty="0"/>
              <a:t>(champagne &amp; light blue).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4B697D-DBFD-759A-C245-D67780B66CAE}"/>
              </a:ext>
            </a:extLst>
          </p:cNvPr>
          <p:cNvSpPr/>
          <p:nvPr/>
        </p:nvSpPr>
        <p:spPr>
          <a:xfrm>
            <a:off x="8203096" y="2286000"/>
            <a:ext cx="1683026" cy="168302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A5EB9-D7B2-AC45-0AEA-BAED27ED3219}"/>
              </a:ext>
            </a:extLst>
          </p:cNvPr>
          <p:cNvSpPr txBox="1"/>
          <p:nvPr/>
        </p:nvSpPr>
        <p:spPr>
          <a:xfrm>
            <a:off x="8396034" y="2909761"/>
            <a:ext cx="1297150" cy="435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endParaRPr lang="en-GB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FB29BBF-5A7F-35B4-D026-AC8BA5BACD91}"/>
              </a:ext>
            </a:extLst>
          </p:cNvPr>
          <p:cNvSpPr/>
          <p:nvPr/>
        </p:nvSpPr>
        <p:spPr>
          <a:xfrm>
            <a:off x="6459653" y="4433660"/>
            <a:ext cx="1415510" cy="141551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3CE33-CE3E-A218-83B2-42D06BE37D2F}"/>
              </a:ext>
            </a:extLst>
          </p:cNvPr>
          <p:cNvSpPr txBox="1"/>
          <p:nvPr/>
        </p:nvSpPr>
        <p:spPr>
          <a:xfrm>
            <a:off x="6671117" y="4923663"/>
            <a:ext cx="992579" cy="435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UNIT 1</a:t>
            </a:r>
            <a:endParaRPr lang="en-GB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A88731-885A-9F2B-3005-4A827DDBADC1}"/>
              </a:ext>
            </a:extLst>
          </p:cNvPr>
          <p:cNvSpPr/>
          <p:nvPr/>
        </p:nvSpPr>
        <p:spPr>
          <a:xfrm>
            <a:off x="8338124" y="4433660"/>
            <a:ext cx="1415510" cy="141551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4F1739-F13F-42C4-6A4A-2015C98C7121}"/>
              </a:ext>
            </a:extLst>
          </p:cNvPr>
          <p:cNvSpPr txBox="1"/>
          <p:nvPr/>
        </p:nvSpPr>
        <p:spPr>
          <a:xfrm>
            <a:off x="8549590" y="4923663"/>
            <a:ext cx="992579" cy="435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UNIT 2</a:t>
            </a:r>
            <a:endParaRPr lang="en-GB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D2C5AD-2492-C952-51C1-F470B955632D}"/>
              </a:ext>
            </a:extLst>
          </p:cNvPr>
          <p:cNvSpPr/>
          <p:nvPr/>
        </p:nvSpPr>
        <p:spPr>
          <a:xfrm>
            <a:off x="10216595" y="4433660"/>
            <a:ext cx="1415510" cy="141551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A1865-865D-D9C5-1DE0-FC8EDA1B43CF}"/>
              </a:ext>
            </a:extLst>
          </p:cNvPr>
          <p:cNvSpPr txBox="1"/>
          <p:nvPr/>
        </p:nvSpPr>
        <p:spPr>
          <a:xfrm>
            <a:off x="10428060" y="4923663"/>
            <a:ext cx="992580" cy="435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UNIT 3</a:t>
            </a:r>
            <a:endParaRPr lang="en-GB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59CE5B-1A71-7421-5430-05087455AA1E}"/>
              </a:ext>
            </a:extLst>
          </p:cNvPr>
          <p:cNvCxnSpPr>
            <a:cxnSpLocks/>
          </p:cNvCxnSpPr>
          <p:nvPr/>
        </p:nvCxnSpPr>
        <p:spPr>
          <a:xfrm>
            <a:off x="7167408" y="4184224"/>
            <a:ext cx="375627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C8DAEE-AAF5-962D-FFC9-CAA4445B5CB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67408" y="4184224"/>
            <a:ext cx="0" cy="24943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0DDE75-FC7D-96FB-8F41-43629580E858}"/>
              </a:ext>
            </a:extLst>
          </p:cNvPr>
          <p:cNvCxnSpPr>
            <a:cxnSpLocks/>
          </p:cNvCxnSpPr>
          <p:nvPr/>
        </p:nvCxnSpPr>
        <p:spPr>
          <a:xfrm>
            <a:off x="9062469" y="4184224"/>
            <a:ext cx="0" cy="24943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FB6794-5B0E-8525-CB6E-AA1D7E2BDD88}"/>
              </a:ext>
            </a:extLst>
          </p:cNvPr>
          <p:cNvCxnSpPr>
            <a:cxnSpLocks/>
          </p:cNvCxnSpPr>
          <p:nvPr/>
        </p:nvCxnSpPr>
        <p:spPr>
          <a:xfrm>
            <a:off x="10915036" y="4184224"/>
            <a:ext cx="0" cy="24943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7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C5938-01A3-A446-4412-A866F99708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FIGURE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2317A-28AA-C893-15BC-7255BF402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SOLID SHAPES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07211-2301-A4EC-F15C-418F3816AB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1" y="2601713"/>
            <a:ext cx="4861810" cy="3653873"/>
          </a:xfrm>
        </p:spPr>
        <p:txBody>
          <a:bodyPr/>
          <a:lstStyle/>
          <a:p>
            <a:r>
              <a:rPr lang="en-GB" dirty="0"/>
              <a:t>Another option is to create figures with solid shapes. This provides a more bold look.</a:t>
            </a:r>
          </a:p>
          <a:p>
            <a:endParaRPr lang="en-GB" dirty="0"/>
          </a:p>
          <a:p>
            <a:r>
              <a:rPr lang="en-GB" dirty="0"/>
              <a:t>*This style works best for shapes on </a:t>
            </a:r>
            <a:r>
              <a:rPr lang="en-GB" b="1" dirty="0"/>
              <a:t>dark backgrounds </a:t>
            </a:r>
            <a:r>
              <a:rPr lang="en-GB" dirty="0"/>
              <a:t>(red-orange &amp; dark blue).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A51207-C520-3190-B72C-B86547AC276F}"/>
              </a:ext>
            </a:extLst>
          </p:cNvPr>
          <p:cNvGrpSpPr/>
          <p:nvPr/>
        </p:nvGrpSpPr>
        <p:grpSpPr>
          <a:xfrm>
            <a:off x="5992559" y="1104161"/>
            <a:ext cx="4032284" cy="2324839"/>
            <a:chOff x="2787376" y="3698833"/>
            <a:chExt cx="6048427" cy="348725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D5F6E7-408D-2AC9-AB1A-9999D6B5FC24}"/>
                </a:ext>
              </a:extLst>
            </p:cNvPr>
            <p:cNvSpPr/>
            <p:nvPr/>
          </p:nvSpPr>
          <p:spPr>
            <a:xfrm>
              <a:off x="5348544" y="3698833"/>
              <a:ext cx="3487259" cy="3487259"/>
            </a:xfrm>
            <a:prstGeom prst="ellipse">
              <a:avLst/>
            </a:prstGeom>
            <a:solidFill>
              <a:schemeClr val="bg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>
                <a:solidFill>
                  <a:schemeClr val="accent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E38B32-DB71-A1A6-FEC7-0F6CD71C0E8B}"/>
                </a:ext>
              </a:extLst>
            </p:cNvPr>
            <p:cNvSpPr txBox="1"/>
            <p:nvPr/>
          </p:nvSpPr>
          <p:spPr>
            <a:xfrm flipH="1">
              <a:off x="2787376" y="4543807"/>
              <a:ext cx="3438023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THIS</a:t>
              </a:r>
              <a:endParaRPr lang="en-GB" sz="1400" b="1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9BB243-8509-F69D-E8B8-B8BD0764DBDB}"/>
              </a:ext>
            </a:extLst>
          </p:cNvPr>
          <p:cNvGrpSpPr/>
          <p:nvPr/>
        </p:nvGrpSpPr>
        <p:grpSpPr>
          <a:xfrm>
            <a:off x="8862423" y="2757154"/>
            <a:ext cx="3292692" cy="3102214"/>
            <a:chOff x="9864499" y="1859909"/>
            <a:chExt cx="4939038" cy="465332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23AFA03-1C66-40D8-9836-4C18F505E9EF}"/>
                </a:ext>
              </a:extLst>
            </p:cNvPr>
            <p:cNvSpPr/>
            <p:nvPr/>
          </p:nvSpPr>
          <p:spPr>
            <a:xfrm>
              <a:off x="9864499" y="3025972"/>
              <a:ext cx="3487259" cy="3487259"/>
            </a:xfrm>
            <a:prstGeom prst="ellipse">
              <a:avLst/>
            </a:prstGeom>
            <a:solidFill>
              <a:schemeClr val="bg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A3D37C-782E-E491-BE80-31AC138F5C6B}"/>
                </a:ext>
              </a:extLst>
            </p:cNvPr>
            <p:cNvSpPr txBox="1"/>
            <p:nvPr/>
          </p:nvSpPr>
          <p:spPr>
            <a:xfrm flipH="1">
              <a:off x="11316277" y="1859909"/>
              <a:ext cx="3487260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AND THE </a:t>
              </a:r>
            </a:p>
            <a:p>
              <a:pPr algn="ctr"/>
              <a:r>
                <a:rPr lang="en-GB" sz="1400" b="1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OTHER THING</a:t>
              </a:r>
              <a:endParaRPr lang="en-GB" sz="1400" b="1" dirty="0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E270B8-C2EA-64A3-0B80-22D7E1E06946}"/>
              </a:ext>
            </a:extLst>
          </p:cNvPr>
          <p:cNvGrpSpPr/>
          <p:nvPr/>
        </p:nvGrpSpPr>
        <p:grpSpPr>
          <a:xfrm>
            <a:off x="5393582" y="3032641"/>
            <a:ext cx="3697104" cy="2799354"/>
            <a:chOff x="11734975" y="3713640"/>
            <a:chExt cx="5545657" cy="419903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AC963F-D1CA-9654-44F9-B78327900FF3}"/>
                </a:ext>
              </a:extLst>
            </p:cNvPr>
            <p:cNvSpPr/>
            <p:nvPr/>
          </p:nvSpPr>
          <p:spPr>
            <a:xfrm>
              <a:off x="13793373" y="3713640"/>
              <a:ext cx="3487259" cy="3487259"/>
            </a:xfrm>
            <a:prstGeom prst="ellipse">
              <a:avLst/>
            </a:prstGeom>
            <a:solidFill>
              <a:schemeClr val="bg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>
                <a:solidFill>
                  <a:schemeClr val="accent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7A4020-9D13-6ACB-1AFD-A2FE49FE8CBD}"/>
                </a:ext>
              </a:extLst>
            </p:cNvPr>
            <p:cNvSpPr txBox="1"/>
            <p:nvPr/>
          </p:nvSpPr>
          <p:spPr>
            <a:xfrm flipH="1">
              <a:off x="11734975" y="7451006"/>
              <a:ext cx="3981024" cy="461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400" b="1">
                  <a:solidFill>
                    <a:schemeClr val="accent1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THAT</a:t>
              </a:r>
              <a:endParaRPr lang="en-GB" sz="1400" dirty="0">
                <a:solidFill>
                  <a:schemeClr val="accent1"/>
                </a:solidFill>
                <a:latin typeface="Open Sans 1"/>
                <a:ea typeface="Open Sans 1"/>
                <a:cs typeface="Open Sans 1"/>
                <a:sym typeface="Open Sans 1"/>
              </a:endParaRPr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1E8D879A-6C0D-E803-38F1-6AC8218000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4574" y="1629906"/>
            <a:ext cx="1155700" cy="11557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47B6457-507E-2CE5-57D0-DAA2631F1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6117" y="3654967"/>
            <a:ext cx="1384300" cy="11557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00B3B34-E30F-6A00-7548-E1DC1D029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5894" y="4147370"/>
            <a:ext cx="1181100" cy="11557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2F58CC-8D91-1EE9-3A08-C7D6FE9821D0}"/>
              </a:ext>
            </a:extLst>
          </p:cNvPr>
          <p:cNvCxnSpPr/>
          <p:nvPr/>
        </p:nvCxnSpPr>
        <p:spPr>
          <a:xfrm>
            <a:off x="7465102" y="1821365"/>
            <a:ext cx="463164" cy="1538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4B4947-8075-4E88-CC72-736F93C0B735}"/>
              </a:ext>
            </a:extLst>
          </p:cNvPr>
          <p:cNvCxnSpPr>
            <a:cxnSpLocks/>
          </p:cNvCxnSpPr>
          <p:nvPr/>
        </p:nvCxnSpPr>
        <p:spPr>
          <a:xfrm flipV="1">
            <a:off x="7108794" y="5026666"/>
            <a:ext cx="397559" cy="5567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35DA42-9038-FBB8-8C2B-037E405A7F72}"/>
              </a:ext>
            </a:extLst>
          </p:cNvPr>
          <p:cNvCxnSpPr>
            <a:cxnSpLocks/>
          </p:cNvCxnSpPr>
          <p:nvPr/>
        </p:nvCxnSpPr>
        <p:spPr>
          <a:xfrm flipV="1">
            <a:off x="10595137" y="3420001"/>
            <a:ext cx="397559" cy="5567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34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7EB1C2-D20A-3F74-D43A-CD84B64ECD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FIGURE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66238-E0FF-B7A6-3E5A-C3E2F5F620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DO’S &amp; DON’T’S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9E1563-F7A4-C092-7406-CFB91CEC8370}"/>
              </a:ext>
            </a:extLst>
          </p:cNvPr>
          <p:cNvSpPr/>
          <p:nvPr/>
        </p:nvSpPr>
        <p:spPr>
          <a:xfrm>
            <a:off x="606219" y="2615149"/>
            <a:ext cx="1627701" cy="1627701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Place text in circles…</a:t>
            </a:r>
            <a:endParaRPr lang="en-GB" sz="1800" b="1" dirty="0">
              <a:solidFill>
                <a:schemeClr val="tx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3B5BDE-8554-863B-B684-CD36569FC564}"/>
              </a:ext>
            </a:extLst>
          </p:cNvPr>
          <p:cNvSpPr/>
          <p:nvPr/>
        </p:nvSpPr>
        <p:spPr>
          <a:xfrm>
            <a:off x="2662416" y="2615149"/>
            <a:ext cx="2448426" cy="1627701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Or rectangles…</a:t>
            </a:r>
            <a:r>
              <a:rPr lang="en-GB">
                <a:solidFill>
                  <a:schemeClr val="accent1"/>
                </a:solidFill>
              </a:rPr>
              <a:t> 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7BEDE7-B098-DF79-6220-DB4A4AB191BA}"/>
              </a:ext>
            </a:extLst>
          </p:cNvPr>
          <p:cNvSpPr/>
          <p:nvPr/>
        </p:nvSpPr>
        <p:spPr>
          <a:xfrm>
            <a:off x="5539338" y="2615149"/>
            <a:ext cx="2037118" cy="1627701"/>
          </a:xfrm>
          <a:prstGeom prst="roundRect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tx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But don’t use rounded corners!</a:t>
            </a:r>
            <a:endParaRPr lang="en-GB" sz="1800" b="1" dirty="0">
              <a:solidFill>
                <a:schemeClr val="tx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BD0C7E-3F5B-341A-1671-EA3A402E03E8}"/>
              </a:ext>
            </a:extLst>
          </p:cNvPr>
          <p:cNvSpPr/>
          <p:nvPr/>
        </p:nvSpPr>
        <p:spPr>
          <a:xfrm>
            <a:off x="606219" y="4694321"/>
            <a:ext cx="1627701" cy="1627701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Shapes can be solid</a:t>
            </a:r>
            <a:endParaRPr lang="en-GB" sz="1800" b="1" dirty="0">
              <a:solidFill>
                <a:schemeClr val="accent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A00B6A-4B51-FC79-7665-150DA931E8D7}"/>
              </a:ext>
            </a:extLst>
          </p:cNvPr>
          <p:cNvCxnSpPr/>
          <p:nvPr/>
        </p:nvCxnSpPr>
        <p:spPr>
          <a:xfrm flipH="1">
            <a:off x="5744046" y="2615149"/>
            <a:ext cx="1627701" cy="162770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75AC8ED-1FDB-E025-FCBF-BC2ED7209B66}"/>
              </a:ext>
            </a:extLst>
          </p:cNvPr>
          <p:cNvSpPr/>
          <p:nvPr/>
        </p:nvSpPr>
        <p:spPr>
          <a:xfrm>
            <a:off x="2662416" y="4694320"/>
            <a:ext cx="2448426" cy="162770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Or outlined</a:t>
            </a:r>
          </a:p>
          <a:p>
            <a:pPr algn="ctr"/>
            <a:r>
              <a:rPr lang="en-GB" sz="1800" b="1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(line weight 1.5)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ECB15C-A829-982E-257E-BD7E45E6EB7F}"/>
              </a:ext>
            </a:extLst>
          </p:cNvPr>
          <p:cNvSpPr/>
          <p:nvPr/>
        </p:nvSpPr>
        <p:spPr>
          <a:xfrm>
            <a:off x="5539338" y="4694319"/>
            <a:ext cx="2037118" cy="1627701"/>
          </a:xfrm>
          <a:prstGeom prst="rect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But not both!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9C2391-1FBC-0CB5-99B7-9B306A38A873}"/>
              </a:ext>
            </a:extLst>
          </p:cNvPr>
          <p:cNvCxnSpPr/>
          <p:nvPr/>
        </p:nvCxnSpPr>
        <p:spPr>
          <a:xfrm flipH="1">
            <a:off x="5861957" y="4694319"/>
            <a:ext cx="1509790" cy="16277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E4012FB-29DE-7E25-EB22-9010D1BC41F7}"/>
              </a:ext>
            </a:extLst>
          </p:cNvPr>
          <p:cNvSpPr/>
          <p:nvPr/>
        </p:nvSpPr>
        <p:spPr>
          <a:xfrm>
            <a:off x="9151163" y="2615149"/>
            <a:ext cx="2448426" cy="1627701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Use </a:t>
            </a:r>
          </a:p>
          <a:p>
            <a:pPr algn="ctr"/>
            <a:r>
              <a:rPr lang="en-GB" sz="1800" b="1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flat shapes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7C57C-5933-FD97-6528-17313C9D7BE1}"/>
              </a:ext>
            </a:extLst>
          </p:cNvPr>
          <p:cNvSpPr/>
          <p:nvPr/>
        </p:nvSpPr>
        <p:spPr>
          <a:xfrm>
            <a:off x="9151163" y="4694319"/>
            <a:ext cx="2448426" cy="1627701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  <a:effectLst>
            <a:outerShdw blurRad="279820" dist="38100" dir="8100000" sx="102000" sy="102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chemeClr val="accent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Without drop shadow</a:t>
            </a:r>
            <a:endParaRPr lang="en-GB" dirty="0">
              <a:solidFill>
                <a:schemeClr val="accent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C4A93D-C435-FE06-07DC-EF9FC4D08FC4}"/>
              </a:ext>
            </a:extLst>
          </p:cNvPr>
          <p:cNvCxnSpPr>
            <a:cxnSpLocks/>
          </p:cNvCxnSpPr>
          <p:nvPr/>
        </p:nvCxnSpPr>
        <p:spPr>
          <a:xfrm flipH="1">
            <a:off x="9529584" y="4694319"/>
            <a:ext cx="1688145" cy="162770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54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B2C5-1CFB-A3BD-E4F2-228280A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3CB679-C619-6FC8-3F72-90766DC936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TABLE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5B161-856F-1DC7-5B9D-B7C5103BE2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GB" dirty="0"/>
              <a:t>FULL PAGE TABLE</a:t>
            </a:r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63EC02-0526-BC8E-82D6-BEEB42A07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542265"/>
              </p:ext>
            </p:extLst>
          </p:nvPr>
        </p:nvGraphicFramePr>
        <p:xfrm>
          <a:off x="0" y="2873377"/>
          <a:ext cx="12192000" cy="398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2796878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1038228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14998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39961265"/>
                    </a:ext>
                  </a:extLst>
                </a:gridCol>
              </a:tblGrid>
              <a:tr h="796925"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 </a:t>
                      </a:r>
                      <a:endParaRPr lang="en-GB" sz="2400" b="1" i="0" dirty="0"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</a:t>
                      </a:r>
                      <a:endParaRPr lang="en-GB" sz="2400" b="1" i="0" dirty="0"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</a:t>
                      </a:r>
                      <a:endParaRPr lang="en-GB" sz="2400" b="1" i="0" dirty="0"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</a:t>
                      </a:r>
                      <a:endParaRPr lang="en-GB" sz="2400" b="1" i="0" dirty="0"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553815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507423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82947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54768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90629"/>
                  </a:ext>
                </a:extLst>
              </a:tr>
            </a:tbl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3AA8E733-51DC-8F2F-591F-113AEC6A4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608457" y="1330216"/>
            <a:ext cx="1219200" cy="133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3E9D07-2E5C-0179-53B1-358F2367ADBA}"/>
              </a:ext>
            </a:extLst>
          </p:cNvPr>
          <p:cNvSpPr txBox="1"/>
          <p:nvPr/>
        </p:nvSpPr>
        <p:spPr>
          <a:xfrm>
            <a:off x="8884807" y="884064"/>
            <a:ext cx="3059543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0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Copy/paste </a:t>
            </a:r>
            <a:r>
              <a:rPr lang="en-GB"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</a:p>
          <a:p>
            <a:pPr algn="l">
              <a:lnSpc>
                <a:spcPct val="120000"/>
              </a:lnSpc>
            </a:pPr>
            <a:r>
              <a:rPr lang="en-GB"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adjust rows/columns accordingly</a:t>
            </a:r>
            <a:endParaRPr lang="en-GB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66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EB06C-84DA-0171-43CB-B42A2C38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33943-8D3B-0160-1C54-95CE6486F6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TABLE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AA534-2BEB-AD81-951D-F512736D81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5682040" cy="3984625"/>
          </a:xfrm>
        </p:spPr>
        <p:txBody>
          <a:bodyPr/>
          <a:lstStyle/>
          <a:p>
            <a:r>
              <a:rPr lang="en-GB" sz="1800" dirty="0"/>
              <a:t>When inserting a table, use the formatting options below or </a:t>
            </a:r>
            <a:r>
              <a:rPr lang="en-GB" sz="1800" b="1" dirty="0"/>
              <a:t>copy/paste </a:t>
            </a:r>
            <a:r>
              <a:rPr lang="en-GB" sz="1800" dirty="0"/>
              <a:t>the table to the right and adjust columns &amp; rows accordingly</a:t>
            </a:r>
          </a:p>
          <a:p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Shading: </a:t>
            </a:r>
            <a:r>
              <a:rPr lang="en-GB" sz="1800" dirty="0"/>
              <a:t>No fill (same </a:t>
            </a:r>
            <a:r>
              <a:rPr lang="en-GB" sz="1800" dirty="0" err="1"/>
              <a:t>color</a:t>
            </a:r>
            <a:r>
              <a:rPr lang="en-GB" sz="1800" dirty="0"/>
              <a:t> as background)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Borders: </a:t>
            </a:r>
            <a:r>
              <a:rPr lang="en-GB" sz="1800" dirty="0"/>
              <a:t>All borders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Line thickness: </a:t>
            </a:r>
            <a:r>
              <a:rPr lang="en-GB" sz="1800" dirty="0"/>
              <a:t>1.5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Pen </a:t>
            </a:r>
            <a:r>
              <a:rPr lang="en-GB" sz="1800" b="1" dirty="0" err="1"/>
              <a:t>color</a:t>
            </a:r>
            <a:r>
              <a:rPr lang="en-GB" sz="1800" b="1" dirty="0"/>
              <a:t>: </a:t>
            </a:r>
            <a:r>
              <a:rPr lang="en-GB" sz="1800" dirty="0"/>
              <a:t>same as line </a:t>
            </a:r>
            <a:r>
              <a:rPr lang="en-GB" sz="1800" dirty="0" err="1"/>
              <a:t>color</a:t>
            </a: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Text alignment: </a:t>
            </a:r>
            <a:r>
              <a:rPr lang="en-GB" sz="1800" dirty="0"/>
              <a:t>left side, middle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Text style: </a:t>
            </a:r>
            <a:r>
              <a:rPr lang="en-GB" sz="1800" dirty="0" err="1"/>
              <a:t>OpenSans</a:t>
            </a:r>
            <a:r>
              <a:rPr lang="en-GB" sz="1800" dirty="0"/>
              <a:t> (regular or bold)</a:t>
            </a:r>
          </a:p>
          <a:p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055790-93ED-668A-118A-70E579146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118063"/>
              </p:ext>
            </p:extLst>
          </p:nvPr>
        </p:nvGraphicFramePr>
        <p:xfrm>
          <a:off x="6775554" y="2776926"/>
          <a:ext cx="5006715" cy="3722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919">
                  <a:extLst>
                    <a:ext uri="{9D8B030D-6E8A-4147-A177-3AD203B41FA5}">
                      <a16:colId xmlns:a16="http://schemas.microsoft.com/office/drawing/2014/main" val="2168559452"/>
                    </a:ext>
                  </a:extLst>
                </a:gridCol>
                <a:gridCol w="1335459">
                  <a:extLst>
                    <a:ext uri="{9D8B030D-6E8A-4147-A177-3AD203B41FA5}">
                      <a16:colId xmlns:a16="http://schemas.microsoft.com/office/drawing/2014/main" val="2751666230"/>
                    </a:ext>
                  </a:extLst>
                </a:gridCol>
                <a:gridCol w="1413283">
                  <a:extLst>
                    <a:ext uri="{9D8B030D-6E8A-4147-A177-3AD203B41FA5}">
                      <a16:colId xmlns:a16="http://schemas.microsoft.com/office/drawing/2014/main" val="2232844049"/>
                    </a:ext>
                  </a:extLst>
                </a:gridCol>
                <a:gridCol w="1348054">
                  <a:extLst>
                    <a:ext uri="{9D8B030D-6E8A-4147-A177-3AD203B41FA5}">
                      <a16:colId xmlns:a16="http://schemas.microsoft.com/office/drawing/2014/main" val="1244716404"/>
                    </a:ext>
                  </a:extLst>
                </a:gridCol>
              </a:tblGrid>
              <a:tr h="405094">
                <a:tc>
                  <a:txBody>
                    <a:bodyPr/>
                    <a:lstStyle/>
                    <a:p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Column 1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Column 2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Column 3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02796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1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47942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2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94542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3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805367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4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</a:p>
                    <a:p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723005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5</a:t>
                      </a:r>
                      <a:endParaRPr lang="en-GB" b="1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194729"/>
                  </a:ext>
                </a:extLst>
              </a:tr>
            </a:tbl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EE9ACDBA-1B37-8277-D939-8A3AF4993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6447" y="3159167"/>
            <a:ext cx="1206556" cy="539666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4FB6FED-8DD2-22B9-4A47-5B7A605673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6219" y="1491870"/>
            <a:ext cx="9382699" cy="26643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GB" dirty="0"/>
              <a:t>SMALL TABLE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00385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DBB1-3763-955E-FF27-635DAE20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2DBC49F-E92B-12D8-3BC6-8BA466B0F7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608457" y="1330216"/>
            <a:ext cx="1219200" cy="13335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348692-8DB1-A254-A7A2-72626FBE86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TABLE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A2A93-B954-10C6-1932-F0DBDC7743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" y="1554935"/>
            <a:ext cx="10976182" cy="26643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GB" dirty="0"/>
              <a:t>FULL PAGE TABLE – RED-ORANGE</a:t>
            </a:r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39F5F8-E5DB-9729-6FB7-595353075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66851"/>
              </p:ext>
            </p:extLst>
          </p:nvPr>
        </p:nvGraphicFramePr>
        <p:xfrm>
          <a:off x="0" y="2873377"/>
          <a:ext cx="12192000" cy="398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2796878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1038228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14998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39961265"/>
                    </a:ext>
                  </a:extLst>
                </a:gridCol>
              </a:tblGrid>
              <a:tr h="796925"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solidFill>
                            <a:schemeClr val="tx2"/>
                          </a:solidFill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 </a:t>
                      </a:r>
                      <a:endParaRPr lang="en-GB" sz="2400" b="1" i="0" dirty="0">
                        <a:solidFill>
                          <a:schemeClr val="tx2"/>
                        </a:solidFill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solidFill>
                            <a:schemeClr val="tx2"/>
                          </a:solidFill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</a:t>
                      </a:r>
                      <a:endParaRPr lang="en-GB" sz="2400" b="1" i="0" dirty="0">
                        <a:solidFill>
                          <a:schemeClr val="tx2"/>
                        </a:solidFill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solidFill>
                            <a:schemeClr val="tx2"/>
                          </a:solidFill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</a:t>
                      </a:r>
                      <a:endParaRPr lang="en-GB" sz="2400" b="1" i="0" dirty="0">
                        <a:solidFill>
                          <a:schemeClr val="tx2"/>
                        </a:solidFill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>
                          <a:solidFill>
                            <a:schemeClr val="tx2"/>
                          </a:solidFill>
                          <a:latin typeface="Open Sans Semibold" panose="020B0606030504020204" pitchFamily="34" charset="0"/>
                          <a:ea typeface="Open Sans Semibold" panose="020B0606030504020204" pitchFamily="34" charset="0"/>
                          <a:cs typeface="Open Sans Semibold" panose="020B0606030504020204" pitchFamily="34" charset="0"/>
                        </a:rPr>
                        <a:t>HEADER</a:t>
                      </a:r>
                      <a:endParaRPr lang="en-GB" sz="2400" b="1" i="0" dirty="0">
                        <a:solidFill>
                          <a:schemeClr val="tx2"/>
                        </a:solidFill>
                        <a:latin typeface="Open Sans Semibold" panose="020B0606030504020204" pitchFamily="34" charset="0"/>
                        <a:ea typeface="Open Sans Semibold" panose="020B0606030504020204" pitchFamily="34" charset="0"/>
                        <a:cs typeface="Open Sans Semibold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553815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507423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82947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54768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sz="1800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906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9CAE5A-D4F7-347F-1D4F-2761A7A6418E}"/>
              </a:ext>
            </a:extLst>
          </p:cNvPr>
          <p:cNvSpPr txBox="1"/>
          <p:nvPr/>
        </p:nvSpPr>
        <p:spPr>
          <a:xfrm>
            <a:off x="8884807" y="884064"/>
            <a:ext cx="3059543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0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Copy/paste </a:t>
            </a:r>
            <a:r>
              <a:rPr lang="en-GB" sz="2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</a:p>
          <a:p>
            <a:pPr algn="l">
              <a:lnSpc>
                <a:spcPct val="120000"/>
              </a:lnSpc>
            </a:pPr>
            <a:r>
              <a:rPr lang="en-GB" sz="20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adjust rows/columns accordingly</a:t>
            </a:r>
            <a:endParaRPr lang="en-GB" sz="20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652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E3F6-9BCD-3448-ABE8-ECF4166D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2601EC-3E72-8C21-509D-18B6016575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TABLE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6AF088-E1CC-E5F4-5C13-0B6687FAC8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RED-ORANGE ON CHAMPAGNE BACKGROUND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BE342A-8C7C-9E81-987C-E272DC3E00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5843568" cy="3984625"/>
          </a:xfrm>
        </p:spPr>
        <p:txBody>
          <a:bodyPr/>
          <a:lstStyle/>
          <a:p>
            <a:r>
              <a:rPr lang="en-GB" sz="1800" dirty="0"/>
              <a:t>When inserting a table, use the formatting options below or </a:t>
            </a:r>
            <a:r>
              <a:rPr lang="en-GB" sz="1800" b="1" dirty="0"/>
              <a:t>copy/paste </a:t>
            </a:r>
            <a:r>
              <a:rPr lang="en-GB" sz="1800" dirty="0"/>
              <a:t>the table to the right and adjust columns &amp; rows accordingly</a:t>
            </a:r>
          </a:p>
          <a:p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Shading: </a:t>
            </a:r>
            <a:r>
              <a:rPr lang="en-GB" sz="1800" dirty="0"/>
              <a:t>No fill (same </a:t>
            </a:r>
            <a:r>
              <a:rPr lang="en-GB" sz="1800" dirty="0" err="1"/>
              <a:t>color</a:t>
            </a:r>
            <a:r>
              <a:rPr lang="en-GB" sz="1800" dirty="0"/>
              <a:t> as background)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Borders: </a:t>
            </a:r>
            <a:r>
              <a:rPr lang="en-GB" sz="1800" dirty="0"/>
              <a:t>All borders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Line thickness: </a:t>
            </a:r>
            <a:r>
              <a:rPr lang="en-GB" sz="1800" dirty="0"/>
              <a:t>1.5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Pen </a:t>
            </a:r>
            <a:r>
              <a:rPr lang="en-GB" sz="1800" b="1" dirty="0" err="1"/>
              <a:t>color</a:t>
            </a:r>
            <a:r>
              <a:rPr lang="en-GB" sz="1800" b="1" dirty="0"/>
              <a:t>: </a:t>
            </a:r>
            <a:r>
              <a:rPr lang="en-GB" sz="1800" dirty="0"/>
              <a:t>same as line </a:t>
            </a:r>
            <a:r>
              <a:rPr lang="en-GB" sz="1800" dirty="0" err="1"/>
              <a:t>color</a:t>
            </a:r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Text alignment: </a:t>
            </a:r>
            <a:r>
              <a:rPr lang="en-GB" sz="1800" dirty="0"/>
              <a:t>left side, middle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Text style: </a:t>
            </a:r>
            <a:r>
              <a:rPr lang="en-GB" sz="1800" dirty="0" err="1"/>
              <a:t>OpenSans</a:t>
            </a:r>
            <a:r>
              <a:rPr lang="en-GB" sz="1800" dirty="0"/>
              <a:t> (regular or bold)</a:t>
            </a:r>
          </a:p>
          <a:p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A773DB-7247-228E-FAC7-DF6146277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224251"/>
              </p:ext>
            </p:extLst>
          </p:nvPr>
        </p:nvGraphicFramePr>
        <p:xfrm>
          <a:off x="7021286" y="2744439"/>
          <a:ext cx="4746887" cy="3722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698">
                  <a:extLst>
                    <a:ext uri="{9D8B030D-6E8A-4147-A177-3AD203B41FA5}">
                      <a16:colId xmlns:a16="http://schemas.microsoft.com/office/drawing/2014/main" val="2168559452"/>
                    </a:ext>
                  </a:extLst>
                </a:gridCol>
                <a:gridCol w="1266154">
                  <a:extLst>
                    <a:ext uri="{9D8B030D-6E8A-4147-A177-3AD203B41FA5}">
                      <a16:colId xmlns:a16="http://schemas.microsoft.com/office/drawing/2014/main" val="2751666230"/>
                    </a:ext>
                  </a:extLst>
                </a:gridCol>
                <a:gridCol w="1339939">
                  <a:extLst>
                    <a:ext uri="{9D8B030D-6E8A-4147-A177-3AD203B41FA5}">
                      <a16:colId xmlns:a16="http://schemas.microsoft.com/office/drawing/2014/main" val="2232844049"/>
                    </a:ext>
                  </a:extLst>
                </a:gridCol>
                <a:gridCol w="1278096">
                  <a:extLst>
                    <a:ext uri="{9D8B030D-6E8A-4147-A177-3AD203B41FA5}">
                      <a16:colId xmlns:a16="http://schemas.microsoft.com/office/drawing/2014/main" val="1244716404"/>
                    </a:ext>
                  </a:extLst>
                </a:gridCol>
              </a:tblGrid>
              <a:tr h="405094">
                <a:tc>
                  <a:txBody>
                    <a:bodyPr/>
                    <a:lstStyle/>
                    <a:p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Column 1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Column 2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Column 3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02796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1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47942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2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94542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3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805367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4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</a:p>
                    <a:p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723005"/>
                  </a:ext>
                </a:extLst>
              </a:tr>
              <a:tr h="663441">
                <a:tc>
                  <a:txBody>
                    <a:bodyPr/>
                    <a:lstStyle/>
                    <a:p>
                      <a:r>
                        <a:rPr lang="en-GB" b="1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Row 5</a:t>
                      </a:r>
                      <a:endParaRPr lang="en-GB" b="1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</a:t>
                      </a:r>
                      <a:endParaRPr lang="en-GB" b="0" i="0" dirty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194729"/>
                  </a:ext>
                </a:extLst>
              </a:tr>
            </a:tbl>
          </a:graphicData>
        </a:graphic>
      </p:graphicFrame>
      <p:pic>
        <p:nvPicPr>
          <p:cNvPr id="13" name="Graphic 12">
            <a:extLst>
              <a:ext uri="{FF2B5EF4-FFF2-40B4-BE49-F238E27FC236}">
                <a16:creationId xmlns:a16="http://schemas.microsoft.com/office/drawing/2014/main" id="{90C2EC10-49EF-B425-C37B-3FD0DFA74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268" y="3219450"/>
            <a:ext cx="1143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11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F5BA58-293C-838D-5CB4-5D7C99CE3B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F0524-729E-9460-3DB4-5E3BD0F14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RED ORANGE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3C6D9F1A-21DE-C749-B49C-E68FBACC02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3862708" cy="3984625"/>
          </a:xfrm>
        </p:spPr>
        <p:txBody>
          <a:bodyPr/>
          <a:lstStyle/>
          <a:p>
            <a:r>
              <a:rPr lang="en-GB" sz="1800" dirty="0"/>
              <a:t>We use outlined-style icons drawn with thin, (3 pt.) lines. </a:t>
            </a:r>
          </a:p>
          <a:p>
            <a:endParaRPr lang="en-GB" sz="1800" dirty="0"/>
          </a:p>
          <a:p>
            <a:r>
              <a:rPr lang="en-GB" sz="1800" dirty="0"/>
              <a:t>Use </a:t>
            </a:r>
            <a:r>
              <a:rPr lang="en-GB" sz="1800" b="1" dirty="0"/>
              <a:t>red-orange icons </a:t>
            </a:r>
            <a:r>
              <a:rPr lang="en-GB" sz="1800" dirty="0"/>
              <a:t>on </a:t>
            </a:r>
          </a:p>
          <a:p>
            <a:r>
              <a:rPr lang="en-GB" sz="1800" b="1" dirty="0"/>
              <a:t>cream-colored background</a:t>
            </a:r>
            <a:r>
              <a:rPr lang="en-GB" sz="1800" dirty="0"/>
              <a:t>.</a:t>
            </a:r>
          </a:p>
          <a:p>
            <a:endParaRPr lang="en-GB" sz="1800" dirty="0"/>
          </a:p>
          <a:p>
            <a:r>
              <a:rPr lang="en-GB" sz="1800" dirty="0"/>
              <a:t>Copy paste icons to use in figures and diagrams. </a:t>
            </a:r>
          </a:p>
          <a:p>
            <a:endParaRPr lang="en-GB" sz="1800" dirty="0"/>
          </a:p>
          <a:p>
            <a:r>
              <a:rPr lang="en-GB" sz="1800" dirty="0"/>
              <a:t>*More icons will be added to the library as they’re created.</a:t>
            </a:r>
            <a:endParaRPr lang="en-GB" dirty="0"/>
          </a:p>
          <a:p>
            <a:endParaRPr lang="en-GB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B764194-4C5E-0868-FE85-B533E79BA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0377" y="2120900"/>
            <a:ext cx="952500" cy="13081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19E4F93-C5AC-290C-4518-C5A904024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3514" y="3728534"/>
            <a:ext cx="1257300" cy="127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3891A14-0F4E-022C-574C-DB968FEA36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2497" y="3692185"/>
            <a:ext cx="1117600" cy="1219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51AEA3F-F5EB-0EC1-04D2-1354E85B51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65169" y="3643297"/>
            <a:ext cx="1257300" cy="11557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79E73FC2-89EE-14D7-91F7-8416582DB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9469" y="2279650"/>
            <a:ext cx="1143000" cy="11938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9124B2A-BB0A-8E81-1FEB-0447C4864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9795" y="2280313"/>
            <a:ext cx="1066800" cy="11176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F8E935C7-5582-F77B-2DD8-B3F23AFF43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61769" y="2324100"/>
            <a:ext cx="1333500" cy="11049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ED355595-7067-6C5D-436E-261D4AA72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2306" y="3524618"/>
            <a:ext cx="927100" cy="15113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2EC7FC93-31D9-A0D3-10F2-166529F5BB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34789" y="1922780"/>
            <a:ext cx="1104900" cy="13335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200084A3-C5AA-2D79-62CA-BD3E3463D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7921" y="5300898"/>
            <a:ext cx="1181100" cy="11557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FFEF9760-E255-F084-FC8B-1D1ADB2024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9389" y="3643297"/>
            <a:ext cx="1155700" cy="1155700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A6F526D6-ECC0-E381-2EFE-C10B5A4CB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55439" y="5066792"/>
            <a:ext cx="863600" cy="12700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8AD6D031-D8A6-D8A0-86D5-88CD0D6F27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42877" y="787400"/>
            <a:ext cx="1219200" cy="133350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46A8173C-B644-EF51-FB5E-E2639708E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05049" y="1080684"/>
            <a:ext cx="1143000" cy="419100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DCC02F18-475C-FBA6-01B4-5BA6547A7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82757" y="5179935"/>
            <a:ext cx="952500" cy="1397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ECFDBE3-D9FD-F588-1E2F-ACE8A8AB51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01769" y="5179935"/>
            <a:ext cx="1206500" cy="12573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4D5B004-77EB-0385-4328-0BE4E3797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44327" y="5072298"/>
            <a:ext cx="12446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4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AB73-FE02-558F-EF9F-AF9E1AFA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5F307602-2A5A-79A4-003B-7DE3F1479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4705" y="5287689"/>
            <a:ext cx="1409700" cy="14097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34F3CBC-DC78-B848-1F04-A35BF02B0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2615" y="5305086"/>
            <a:ext cx="1320800" cy="13208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41E3201-231C-38C6-2F61-4B502CD6D1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2862" y="5475880"/>
            <a:ext cx="1371600" cy="11303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1B0E02C9-43A3-94EB-1F1F-B25A8712F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0068" y="3945795"/>
            <a:ext cx="1143000" cy="11557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1594E2A-C19F-3283-78DF-DDDCD0D9FB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0068" y="1448901"/>
            <a:ext cx="1231900" cy="22225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32808A-8613-C1B7-AB58-9847352DCA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41975-47A0-2F54-B943-3C31110F70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RED ORANGE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3637FD5-ED79-B775-9DEC-4E282385A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226" y="2260116"/>
            <a:ext cx="1447800" cy="14351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4BBD551-637E-172F-3C5E-F984666D8B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4351" y="3882295"/>
            <a:ext cx="1346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7D8FFC2-FF04-A995-184A-C0C0E7917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97190" y="3813668"/>
            <a:ext cx="1104900" cy="13462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31FB40C-7AE4-45BE-B6F8-D606C6CFB5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38274" y="2437916"/>
            <a:ext cx="1219200" cy="12573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10862938-2C47-E28A-FAB8-449439E03D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1405" y="2437916"/>
            <a:ext cx="1143000" cy="11557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7C7C8B3-7819-21A8-6636-A699A6CC1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6219" y="3908918"/>
            <a:ext cx="1143000" cy="11557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FAEB454-7987-1B02-DB22-B786FA56E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71624" y="2437916"/>
            <a:ext cx="1219200" cy="12573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E9A260B0-7688-7472-62A0-A6F13A9BA2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59613" y="2414101"/>
            <a:ext cx="1219200" cy="1257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0D173A3-868F-6393-AD1F-EA7B20B38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04924" y="2437916"/>
            <a:ext cx="1219200" cy="12573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39F81B8-9FD0-C208-06C1-FD57AE0BC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07538" y="3926851"/>
            <a:ext cx="1257300" cy="11557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E86AD8-D364-0827-D8B9-33E93E684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02373" y="3945795"/>
            <a:ext cx="1143000" cy="11557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8B47BAD-6945-82CE-F58B-DAE50AD3A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62012" y="3945795"/>
            <a:ext cx="1155700" cy="11557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6D89184-2F31-EE72-178A-241F2F00E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932982" y="2457556"/>
            <a:ext cx="1384300" cy="11557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518F5E6-1CB9-A788-B618-C3F7FFDD6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116062" y="3945795"/>
            <a:ext cx="1168400" cy="12192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BCA43BA-CF51-6239-EED1-26C03A9E7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6219" y="5445527"/>
            <a:ext cx="1485900" cy="10541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03CBC13-53E4-5C4C-93D3-24C5D374D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485388" y="5277807"/>
            <a:ext cx="1358900" cy="1333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A37CDA5-8B40-9925-31C5-7AB09AAC56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46355" y="5394727"/>
            <a:ext cx="1130300" cy="11557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C78BB78-8F42-466D-DAB7-F708770E9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722802" y="5303070"/>
            <a:ext cx="1295400" cy="127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7D06077-621F-FE4D-3D63-F72AF33168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43931" y="906987"/>
            <a:ext cx="1244600" cy="13843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80C48A8-62E3-469A-2D8B-3138A82A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821505" y="888637"/>
            <a:ext cx="1473200" cy="12573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0DFAFEC-457E-7C53-94BE-6B41E2623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38268" y="1042250"/>
            <a:ext cx="15621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22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F405-95D4-F85E-C4EE-371E47A4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924D56FA-D9A9-3418-CAFA-80A65C271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1769" y="5179935"/>
            <a:ext cx="1206500" cy="12573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1989FF-87A8-CD49-769D-80028E7ED6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3860" y="5072298"/>
            <a:ext cx="1244600" cy="138430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31A33FAA-C7F1-F415-2032-FDCB7177C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8922" y="3638550"/>
            <a:ext cx="1155700" cy="11557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8228A1B-4A92-6DAF-E121-CAEB89671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39612" y="5066792"/>
            <a:ext cx="863600" cy="127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D02CBC9-57DB-6F09-FBE6-68EC93679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2410" y="783946"/>
            <a:ext cx="1219200" cy="13335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E86585E-8218-2400-8A18-8569D8263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5049" y="1080684"/>
            <a:ext cx="1143000" cy="4191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FC5B968-B913-9065-6578-DB4550EC3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9910" y="2126673"/>
            <a:ext cx="952500" cy="13081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0AAB09C-2779-5A93-93FB-23A9C3305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06269" y="3737298"/>
            <a:ext cx="1257300" cy="127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4948CCDC-C2C5-C0AA-1CF9-393A5266D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9891" y="3692185"/>
            <a:ext cx="1117600" cy="12192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8A7D68A-A56A-319B-C77E-3ED89A70D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65169" y="3638550"/>
            <a:ext cx="1257300" cy="11557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DE03D84-0C3A-5FF8-9483-4835E70D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34322" y="1931063"/>
            <a:ext cx="1104900" cy="13335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1068874-F76E-CCAA-7E2C-180F30742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87921" y="5315413"/>
            <a:ext cx="1181100" cy="11557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2DDA2DC-195E-FCB1-C84B-AF51290A3F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2757" y="5179935"/>
            <a:ext cx="952500" cy="13970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BD3FBA35-7DDE-062A-E230-E12C37CBE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79002" y="2277427"/>
            <a:ext cx="1143000" cy="11938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60398D6C-BD48-1D67-A885-B58C5A52E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99795" y="2289175"/>
            <a:ext cx="1066800" cy="11176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C4023B8C-3C44-9B4F-7DC6-64818AAE1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67977" y="2336800"/>
            <a:ext cx="1333500" cy="11049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D1ACD1AD-02B9-63C1-4FEE-E8DFEB7F06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02286" y="3531684"/>
            <a:ext cx="927100" cy="15113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5D8F27-AFEB-6780-DC9D-67C6AA6EE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E4D77-8BB5-3000-C8A5-6290FDB24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DARK BLUE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A4298A6B-8AB7-00B1-BEF2-AFAF4A1111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6218" y="2286000"/>
            <a:ext cx="3896509" cy="3984625"/>
          </a:xfrm>
        </p:spPr>
        <p:txBody>
          <a:bodyPr/>
          <a:lstStyle/>
          <a:p>
            <a:r>
              <a:rPr lang="en-GB" sz="1800" dirty="0"/>
              <a:t>We use outlined-style icons drawn with thin, (3 pt.) lines. </a:t>
            </a:r>
          </a:p>
          <a:p>
            <a:endParaRPr lang="en-GB" sz="1800" dirty="0"/>
          </a:p>
          <a:p>
            <a:r>
              <a:rPr lang="en-GB" sz="1800" dirty="0"/>
              <a:t>Use dark </a:t>
            </a:r>
            <a:r>
              <a:rPr lang="en-GB" sz="1800" b="1" dirty="0"/>
              <a:t>blue icons </a:t>
            </a:r>
            <a:r>
              <a:rPr lang="en-GB" sz="1800" dirty="0"/>
              <a:t>on </a:t>
            </a:r>
            <a:r>
              <a:rPr lang="en-GB" sz="1800" b="1" dirty="0"/>
              <a:t>light blue background</a:t>
            </a:r>
            <a:r>
              <a:rPr lang="en-GB" sz="1800" dirty="0"/>
              <a:t>.</a:t>
            </a:r>
          </a:p>
          <a:p>
            <a:endParaRPr lang="en-GB" sz="1800" dirty="0"/>
          </a:p>
          <a:p>
            <a:r>
              <a:rPr lang="en-GB" sz="1800" dirty="0"/>
              <a:t>Copy paste icons to use in figures and diagrams. </a:t>
            </a:r>
          </a:p>
          <a:p>
            <a:endParaRPr lang="en-GB" sz="1800" dirty="0"/>
          </a:p>
          <a:p>
            <a:r>
              <a:rPr lang="en-GB" sz="1800" dirty="0"/>
              <a:t>*More icons will be added to the library as they’re created.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1441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ABF5-C6D5-0BA8-9F06-C54BFDF4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DA3A2C34-EFD8-95EF-0D72-AF8B1211DA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6355" y="5394727"/>
            <a:ext cx="1130300" cy="11557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15F8294-8FC2-2DA7-E1D2-609280C4B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4375" y="5277807"/>
            <a:ext cx="1358900" cy="13335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0FDA566-06D9-165A-1680-60218B7B8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2802" y="5299608"/>
            <a:ext cx="1295400" cy="127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9926F7F-9554-CD0F-83E8-50128E2C8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335" y="2252839"/>
            <a:ext cx="1447800" cy="14351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AEA39B9-0891-EEE9-F0EC-76CF89A71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2012" y="3945795"/>
            <a:ext cx="1155700" cy="11557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D5839B0-2613-5802-FBB0-2C66472CB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4351" y="3885695"/>
            <a:ext cx="1346200" cy="12192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C85B8A0-52F5-6597-3F7F-27D3DC08C4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97190" y="3820466"/>
            <a:ext cx="1104900" cy="13462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B4FFC79-449A-3B5C-0F1F-DC791E4C2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38274" y="2437916"/>
            <a:ext cx="1219200" cy="12573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1F5B389-C0AE-A4AD-6A95-63B8D80C3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1405" y="2441316"/>
            <a:ext cx="1143000" cy="11557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D178B63-060A-4413-016F-501E2CA5E0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6219" y="3908918"/>
            <a:ext cx="1143000" cy="11557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5E3F94B-1660-2B09-12D1-418C6CDC30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07538" y="3919574"/>
            <a:ext cx="1257300" cy="11557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1CC8B285-94A5-4C9F-3974-27DBE6966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63515" y="2457556"/>
            <a:ext cx="1219200" cy="12573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65B8D802-4E07-3378-48BA-CAD167400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59613" y="2414101"/>
            <a:ext cx="1219200" cy="12573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000F3CDE-77A0-83AD-4520-5F241E104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10068" y="3945795"/>
            <a:ext cx="1143000" cy="11557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78EDDDE-B9FC-AF83-8F15-9884E69F4E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98512" y="2437916"/>
            <a:ext cx="1219200" cy="12573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22E342E-B783-036A-D2E5-2734E4D2C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33534" y="2464901"/>
            <a:ext cx="1384300" cy="11557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544CDD3-DFE7-AD29-4CA5-50B94DA63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02373" y="3945795"/>
            <a:ext cx="1143000" cy="11557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B7276E-9AC4-4163-1A0D-F2D6A8DA12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81D29-8DB2-69BE-D4B9-814A2C3CA2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DARK BLUE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B2F3AD9-6B40-4D9C-AFB1-0D388D0EF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6219" y="5445528"/>
            <a:ext cx="1485900" cy="10541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3A46585-4FDD-69F9-63A2-6123BB456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10068" y="1448901"/>
            <a:ext cx="1231900" cy="22225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3521F11-755B-0EEB-4738-84D814EC51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16062" y="3913500"/>
            <a:ext cx="1168400" cy="1219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92E5F85-C370-3FCB-7E2E-E1C415A90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65002" y="5300365"/>
            <a:ext cx="1320800" cy="13208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02DEEC-616F-3231-5386-055283AAC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12862" y="5481007"/>
            <a:ext cx="1371600" cy="11303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2A728C4-1959-43B2-76F2-CA323FA1C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00075" y="5287689"/>
            <a:ext cx="1409700" cy="1409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32A29C8-6CD1-8F36-BA3B-4A3DDC3923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821505" y="886138"/>
            <a:ext cx="1473200" cy="12573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427A219-87FE-B81F-D0FE-3ADB2AB65A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343931" y="894086"/>
            <a:ext cx="1244600" cy="13843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A54A311D-774A-88D9-FBDF-25602CC26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53962" y="1042250"/>
            <a:ext cx="15621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6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FE795-4CDA-9C76-11FD-AAC66E70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0A6700-557D-B7EF-9E6C-CB68848958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PHOTO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6975C-88E2-1A6A-D99E-FB2FDD4C5F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" y="1569474"/>
            <a:ext cx="10976182" cy="266436"/>
          </a:xfrm>
        </p:spPr>
        <p:txBody>
          <a:bodyPr/>
          <a:lstStyle/>
          <a:p>
            <a:r>
              <a:rPr lang="en-GB" dirty="0"/>
              <a:t>NEW PHOTO LIBRARY - 2026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A3C7E-A242-D6AD-9B6B-437CF01B53DC}"/>
              </a:ext>
            </a:extLst>
          </p:cNvPr>
          <p:cNvSpPr txBox="1"/>
          <p:nvPr/>
        </p:nvSpPr>
        <p:spPr>
          <a:xfrm>
            <a:off x="2899353" y="5635598"/>
            <a:ext cx="8909740" cy="84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GB" sz="14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Nye fotos 2026</a:t>
            </a:r>
            <a:r>
              <a:rPr lang="en-GB" sz="14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algn="r">
              <a:lnSpc>
                <a:spcPct val="120000"/>
              </a:lnSpc>
            </a:pPr>
            <a:r>
              <a:rPr lang="en-GB" sz="14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https://alumni.sharepoint.com/:f:/r/sites/UCPH_KUINNO/Shared%20Documents/Kommunikation%20-%20Communication/3.%20Foto%20og%20video/Nye%20fotos%202026?csf=1&amp;web=1&amp;e=Lm2XAu</a:t>
            </a:r>
            <a:endParaRPr lang="en-GB" sz="14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09487-9D8E-ED5F-D932-A130B24BC53B}"/>
              </a:ext>
            </a:extLst>
          </p:cNvPr>
          <p:cNvSpPr txBox="1"/>
          <p:nvPr/>
        </p:nvSpPr>
        <p:spPr>
          <a:xfrm>
            <a:off x="9858037" y="4512983"/>
            <a:ext cx="1951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 to KU INNO </a:t>
            </a:r>
          </a:p>
          <a:p>
            <a:pPr algn="r"/>
            <a:r>
              <a:rPr lang="en-GB" sz="1600" b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photo library</a:t>
            </a:r>
            <a:endParaRPr lang="en-GB" sz="1600" b="1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893ECDC-CDC4-D62F-AC3C-BCF12E7BED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011790">
            <a:off x="8725235" y="4570078"/>
            <a:ext cx="1128913" cy="1333500"/>
          </a:xfrm>
          <a:prstGeom prst="rect">
            <a:avLst/>
          </a:prstGeom>
        </p:spPr>
      </p:pic>
      <p:sp>
        <p:nvSpPr>
          <p:cNvPr id="8" name="Text Placeholder 84">
            <a:extLst>
              <a:ext uri="{FF2B5EF4-FFF2-40B4-BE49-F238E27FC236}">
                <a16:creationId xmlns:a16="http://schemas.microsoft.com/office/drawing/2014/main" id="{BDBE5418-CEE6-9AF9-6031-1E3C0BACA835}"/>
              </a:ext>
            </a:extLst>
          </p:cNvPr>
          <p:cNvSpPr txBox="1">
            <a:spLocks/>
          </p:cNvSpPr>
          <p:nvPr/>
        </p:nvSpPr>
        <p:spPr>
          <a:xfrm>
            <a:off x="606219" y="2255139"/>
            <a:ext cx="4586268" cy="294894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09630" rtl="0" eaLnBrk="1" latinLnBrk="0" hangingPunct="1">
              <a:lnSpc>
                <a:spcPct val="125000"/>
              </a:lnSpc>
              <a:spcBef>
                <a:spcPts val="0"/>
              </a:spcBef>
              <a:buFont typeface="Arial" pitchFamily="34" charset="0"/>
              <a:buNone/>
              <a:defRPr sz="2400" b="0" i="0" kern="1200" spc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0481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60963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914445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19261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tx2"/>
                </a:solidFill>
              </a:rPr>
              <a:t>New photos have been taken to better represent the innovation taking place at KU across different academic environments. Use these photos whenever possible.</a:t>
            </a:r>
          </a:p>
          <a:p>
            <a:endParaRPr lang="en-GB" sz="1800">
              <a:solidFill>
                <a:schemeClr val="tx2"/>
              </a:solidFill>
            </a:endParaRPr>
          </a:p>
          <a:p>
            <a:r>
              <a:rPr lang="en-GB" sz="1800" b="1">
                <a:solidFill>
                  <a:schemeClr val="tx2"/>
                </a:solidFill>
              </a:rPr>
              <a:t>Style: </a:t>
            </a:r>
            <a:r>
              <a:rPr lang="en-GB" sz="1800">
                <a:solidFill>
                  <a:schemeClr val="tx2"/>
                </a:solidFill>
              </a:rPr>
              <a:t>Warm, people-centered, dynamic </a:t>
            </a:r>
          </a:p>
          <a:p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  <a:p>
            <a:endParaRPr lang="en-GB">
              <a:solidFill>
                <a:schemeClr val="tx2"/>
              </a:solidFill>
            </a:endParaRPr>
          </a:p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437E42-68F3-6337-BD37-A9B6E4C285B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2566" y="1672012"/>
            <a:ext cx="3586472" cy="23909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5F22EB-9CCA-325D-B293-87AAA20D68E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5228" y="1683538"/>
            <a:ext cx="2346154" cy="35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72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ACA2CE-BEFB-7DCE-FEC5-092EEB3781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952" y="4418058"/>
            <a:ext cx="5678488" cy="722489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65491621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27488EC0-EA0A-E442-9BC0-E148E141A967}"/>
    </a:ext>
  </a:extLst>
</a:theme>
</file>

<file path=ppt/theme/theme2.xml><?xml version="1.0" encoding="utf-8"?>
<a:theme xmlns:a="http://schemas.openxmlformats.org/drawingml/2006/main" name="Dark Blue on Champagne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17D0DD69-A650-1C4A-8AE7-49B2E9263997}"/>
    </a:ext>
  </a:extLst>
</a:theme>
</file>

<file path=ppt/theme/theme3.xml><?xml version="1.0" encoding="utf-8"?>
<a:theme xmlns:a="http://schemas.openxmlformats.org/drawingml/2006/main" name="Red-Orange on Champagne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658954B1-2E09-0F45-9FC9-ACB35F814FBC}"/>
    </a:ext>
  </a:extLst>
</a:theme>
</file>

<file path=ppt/theme/theme4.xml><?xml version="1.0" encoding="utf-8"?>
<a:theme xmlns:a="http://schemas.openxmlformats.org/drawingml/2006/main" name="Dark Blue on Light Blue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D2ED0489-9667-9B40-9304-19CDE10175A8}"/>
    </a:ext>
  </a:extLst>
</a:theme>
</file>

<file path=ppt/theme/theme5.xml><?xml version="1.0" encoding="utf-8"?>
<a:theme xmlns:a="http://schemas.openxmlformats.org/drawingml/2006/main" name="Champagne on Dark Blue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EFC7298A-38C5-7E42-9C74-BF19656545AC}"/>
    </a:ext>
  </a:extLst>
</a:theme>
</file>

<file path=ppt/theme/theme6.xml><?xml version="1.0" encoding="utf-8"?>
<a:theme xmlns:a="http://schemas.openxmlformats.org/drawingml/2006/main" name="Champagne on Red-Orange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BA80E1B5-0A67-EE4D-BDAD-36A929347612}"/>
    </a:ext>
  </a:extLst>
</a:theme>
</file>

<file path=ppt/theme/theme7.xml><?xml version="1.0" encoding="utf-8"?>
<a:theme xmlns:a="http://schemas.openxmlformats.org/drawingml/2006/main" name="Champagne on KU Red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35FFB934-FC6A-F54F-95D7-ABCEB275E124}"/>
    </a:ext>
  </a:extLst>
</a:theme>
</file>

<file path=ppt/theme/theme8.xml><?xml version="1.0" encoding="utf-8"?>
<a:theme xmlns:a="http://schemas.openxmlformats.org/drawingml/2006/main" name="Dark Blue on Purple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FF267031-98A0-6247-80D1-B9F5616A82ED}"/>
    </a:ext>
  </a:extLst>
</a:theme>
</file>

<file path=ppt/theme/theme9.xml><?xml version="1.0" encoding="utf-8"?>
<a:theme xmlns:a="http://schemas.openxmlformats.org/drawingml/2006/main" name="Outro">
  <a:themeElements>
    <a:clrScheme name="KU INNO">
      <a:dk1>
        <a:srgbClr val="901A1E"/>
      </a:dk1>
      <a:lt1>
        <a:srgbClr val="122847"/>
      </a:lt1>
      <a:dk2>
        <a:srgbClr val="DB3B0A"/>
      </a:dk2>
      <a:lt2>
        <a:srgbClr val="B7D7DE"/>
      </a:lt2>
      <a:accent1>
        <a:srgbClr val="FEFAF2"/>
      </a:accent1>
      <a:accent2>
        <a:srgbClr val="3C3C3C"/>
      </a:accent2>
      <a:accent3>
        <a:srgbClr val="FFFFFF"/>
      </a:accent3>
      <a:accent4>
        <a:srgbClr val="901A1E"/>
      </a:accent4>
      <a:accent5>
        <a:srgbClr val="DB3B0A"/>
      </a:accent5>
      <a:accent6>
        <a:srgbClr val="B7D7DE"/>
      </a:accent6>
      <a:hlink>
        <a:srgbClr val="122847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&amp; Design Guide_English" id="{EA4172C1-12C4-F346-9144-EA6DFC949143}" vid="{B17087D0-C506-5649-9C60-96473D600CF8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571980-f226-44e4-8963-29ce5c9fdaa0">
      <Terms xmlns="http://schemas.microsoft.com/office/infopath/2007/PartnerControls"/>
    </lcf76f155ced4ddcb4097134ff3c332f>
    <TaxCatchAll xmlns="80d13fd2-24ef-4d7d-aecc-cdc2dafa1f6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225C8926A6194C8F0C7F1447477FE7" ma:contentTypeVersion="12" ma:contentTypeDescription="Create a new document." ma:contentTypeScope="" ma:versionID="763817c63531e9086efba0f0fe9d9a5a">
  <xsd:schema xmlns:xsd="http://www.w3.org/2001/XMLSchema" xmlns:xs="http://www.w3.org/2001/XMLSchema" xmlns:p="http://schemas.microsoft.com/office/2006/metadata/properties" xmlns:ns2="77571980-f226-44e4-8963-29ce5c9fdaa0" xmlns:ns3="80d13fd2-24ef-4d7d-aecc-cdc2dafa1f6f" targetNamespace="http://schemas.microsoft.com/office/2006/metadata/properties" ma:root="true" ma:fieldsID="8223dfca9039e0522b882c1b37bfc255" ns2:_="" ns3:_="">
    <xsd:import namespace="77571980-f226-44e4-8963-29ce5c9fdaa0"/>
    <xsd:import namespace="80d13fd2-24ef-4d7d-aecc-cdc2dafa1f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71980-f226-44e4-8963-29ce5c9fda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dd5578fd-35c2-4d8f-a1bf-4043a6e4e7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d13fd2-24ef-4d7d-aecc-cdc2dafa1f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5e3c176-f3dc-4151-a5d5-ab481f3e07f0}" ma:internalName="TaxCatchAll" ma:showField="CatchAllData" ma:web="80d13fd2-24ef-4d7d-aecc-cdc2dafa1f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E9CAA3-CAB9-4EA8-BA74-054E02C88306}">
  <ds:schemaRefs>
    <ds:schemaRef ds:uri="http://purl.org/dc/terms/"/>
    <ds:schemaRef ds:uri="http://schemas.microsoft.com/office/2006/documentManagement/types"/>
    <ds:schemaRef ds:uri="http://www.w3.org/XML/1998/namespace"/>
    <ds:schemaRef ds:uri="77571980-f226-44e4-8963-29ce5c9fdaa0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80d13fd2-24ef-4d7d-aecc-cdc2dafa1f6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DEF02DC-F67A-4E03-909B-B881E7DA78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6CB2DB-BDF4-434A-BA5D-59411D6446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571980-f226-44e4-8963-29ce5c9fdaa0"/>
    <ds:schemaRef ds:uri="80d13fd2-24ef-4d7d-aecc-cdc2dafa1f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3927f91-cda1-4696-af89-8c9f1ceffa91}" enabled="0" method="" siteId="{a3927f91-cda1-4696-af89-8c9f1ceffa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&amp; Design Guide_English</Template>
  <TotalTime>8909</TotalTime>
  <Words>1180</Words>
  <Application>Microsoft Office PowerPoint</Application>
  <PresentationFormat>Widescreen</PresentationFormat>
  <Paragraphs>310</Paragraphs>
  <Slides>23</Slides>
  <Notes>23</Notes>
  <HiddenSlides>0</HiddenSlides>
  <MMClips>0</MMClips>
  <ScaleCrop>false</ScaleCrop>
  <HeadingPairs>
    <vt:vector size="6" baseType="variant">
      <vt:variant>
        <vt:lpstr>Brukte skrifter</vt:lpstr>
      </vt:variant>
      <vt:variant>
        <vt:i4>9</vt:i4>
      </vt:variant>
      <vt:variant>
        <vt:lpstr>Tema</vt:lpstr>
      </vt:variant>
      <vt:variant>
        <vt:i4>9</vt:i4>
      </vt:variant>
      <vt:variant>
        <vt:lpstr>Lysbildetitler</vt:lpstr>
      </vt:variant>
      <vt:variant>
        <vt:i4>23</vt:i4>
      </vt:variant>
    </vt:vector>
  </HeadingPairs>
  <TitlesOfParts>
    <vt:vector size="41" baseType="lpstr">
      <vt:lpstr>Open Sans</vt:lpstr>
      <vt:lpstr>Aptos</vt:lpstr>
      <vt:lpstr>Open Sans 1</vt:lpstr>
      <vt:lpstr>Open Sans 1 Bold</vt:lpstr>
      <vt:lpstr>Open Sans Semibold</vt:lpstr>
      <vt:lpstr>Open Sans Light</vt:lpstr>
      <vt:lpstr>Adobe Garamond Pro</vt:lpstr>
      <vt:lpstr>Open Sans Semibold</vt:lpstr>
      <vt:lpstr>Arial</vt:lpstr>
      <vt:lpstr>Intro</vt:lpstr>
      <vt:lpstr>Dark Blue on Champagne</vt:lpstr>
      <vt:lpstr>Red-Orange on Champagne</vt:lpstr>
      <vt:lpstr>Dark Blue on Light Blue</vt:lpstr>
      <vt:lpstr>Champagne on Dark Blue</vt:lpstr>
      <vt:lpstr>Champagne on Red-Orange</vt:lpstr>
      <vt:lpstr>Champagne on KU Red</vt:lpstr>
      <vt:lpstr>Dark Blue on Purple</vt:lpstr>
      <vt:lpstr>Outro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University of Copenhagen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 Lycke Gleerup</dc:creator>
  <cp:lastModifiedBy>Kaja Lycke Gleerup</cp:lastModifiedBy>
  <cp:revision>2</cp:revision>
  <dcterms:created xsi:type="dcterms:W3CDTF">2026-06-25T12:56:11Z</dcterms:created>
  <dcterms:modified xsi:type="dcterms:W3CDTF">2026-08-04T13:53:10Z</dcterms:modified>
  <dc:identifier>DAG_5MMbw5Q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0x01010093225C8926A6194C8F0C7F1447477FE7</vt:lpwstr>
  </property>
  <property fmtid="{D5CDD505-2E9C-101B-9397-08002B2CF9AE}" pid="3" name="MediaServiceImageTags">
    <vt:lpwstr/>
  </property>
</Properties>
</file>